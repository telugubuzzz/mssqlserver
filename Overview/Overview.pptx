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60" r:id="rId1"/>
  </p:sldMasterIdLst>
  <p:notesMasterIdLst>
    <p:notesMasterId r:id="rId9"/>
  </p:notesMasterIdLst>
  <p:sldIdLst>
    <p:sldId id="256" r:id="rId2"/>
    <p:sldId id="259" r:id="rId3"/>
    <p:sldId id="261" r:id="rId4"/>
    <p:sldId id="284" r:id="rId5"/>
    <p:sldId id="283" r:id="rId6"/>
    <p:sldId id="271" r:id="rId7"/>
    <p:sldId id="306" r:id="rId8"/>
  </p:sldIdLst>
  <p:sldSz cx="24382413" cy="13716000"/>
  <p:notesSz cx="9144000" cy="6858000"/>
  <p:embeddedFontLst>
    <p:embeddedFont>
      <p:font typeface="Font Awesome 5 Brands Regular" panose="020B0604020202020204" charset="2"/>
      <p:regular r:id="rId10"/>
    </p:embeddedFont>
    <p:embeddedFont>
      <p:font typeface="Font Awesome 5 Free Solid" panose="020B0604020202020204" charset="2"/>
      <p:bold r:id="rId11"/>
    </p:embeddedFont>
    <p:embeddedFont>
      <p:font typeface="Josefin Sans" pitchFamily="2" charset="0"/>
      <p:regular r:id="rId12"/>
      <p:bold r:id="rId13"/>
      <p:italic r:id="rId14"/>
      <p:boldItalic r:id="rId15"/>
    </p:embeddedFont>
    <p:embeddedFont>
      <p:font typeface="Nunito Sans" pitchFamily="2" charset="0"/>
      <p:regular r:id="rId16"/>
      <p:bold r:id="rId17"/>
      <p:italic r:id="rId18"/>
      <p:boldItalic r:id="rId19"/>
    </p:embeddedFont>
  </p:embeddedFontLst>
  <p:defaultTextStyle>
    <a:defPPr>
      <a:defRPr lang="uk-UA"/>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guide id="3" orient="horz" pos="3980" userDrawn="1">
          <p15:clr>
            <a:srgbClr val="A4A3A4"/>
          </p15:clr>
        </p15:guide>
        <p15:guide id="4" orient="horz" pos="3640" userDrawn="1">
          <p15:clr>
            <a:srgbClr val="A4A3A4"/>
          </p15:clr>
        </p15:guide>
        <p15:guide id="5" orient="horz" pos="3299" userDrawn="1">
          <p15:clr>
            <a:srgbClr val="A4A3A4"/>
          </p15:clr>
        </p15:guide>
        <p15:guide id="6" orient="horz" pos="2959" userDrawn="1">
          <p15:clr>
            <a:srgbClr val="A4A3A4"/>
          </p15:clr>
        </p15:guide>
        <p15:guide id="7" orient="horz" pos="2619" userDrawn="1">
          <p15:clr>
            <a:srgbClr val="A4A3A4"/>
          </p15:clr>
        </p15:guide>
        <p15:guide id="8" orient="horz" pos="2279" userDrawn="1">
          <p15:clr>
            <a:srgbClr val="A4A3A4"/>
          </p15:clr>
        </p15:guide>
        <p15:guide id="9" orient="horz" pos="1939" userDrawn="1">
          <p15:clr>
            <a:srgbClr val="A4A3A4"/>
          </p15:clr>
        </p15:guide>
        <p15:guide id="10" orient="horz" pos="1598" userDrawn="1">
          <p15:clr>
            <a:srgbClr val="A4A3A4"/>
          </p15:clr>
        </p15:guide>
        <p15:guide id="11" orient="horz" pos="1258" userDrawn="1">
          <p15:clr>
            <a:srgbClr val="A4A3A4"/>
          </p15:clr>
        </p15:guide>
        <p15:guide id="12" orient="horz" pos="918" userDrawn="1">
          <p15:clr>
            <a:srgbClr val="A4A3A4"/>
          </p15:clr>
        </p15:guide>
        <p15:guide id="13" orient="horz" pos="691" userDrawn="1">
          <p15:clr>
            <a:srgbClr val="A4A3A4"/>
          </p15:clr>
        </p15:guide>
        <p15:guide id="14" orient="horz" pos="4660" userDrawn="1">
          <p15:clr>
            <a:srgbClr val="A4A3A4"/>
          </p15:clr>
        </p15:guide>
        <p15:guide id="15" orient="horz" pos="5000" userDrawn="1">
          <p15:clr>
            <a:srgbClr val="A4A3A4"/>
          </p15:clr>
        </p15:guide>
        <p15:guide id="16" orient="horz" pos="5341" userDrawn="1">
          <p15:clr>
            <a:srgbClr val="A4A3A4"/>
          </p15:clr>
        </p15:guide>
        <p15:guide id="17" orient="horz" pos="5681" userDrawn="1">
          <p15:clr>
            <a:srgbClr val="A4A3A4"/>
          </p15:clr>
        </p15:guide>
        <p15:guide id="18" orient="horz" pos="6021" userDrawn="1">
          <p15:clr>
            <a:srgbClr val="A4A3A4"/>
          </p15:clr>
        </p15:guide>
        <p15:guide id="19" orient="horz" pos="6361" userDrawn="1">
          <p15:clr>
            <a:srgbClr val="A4A3A4"/>
          </p15:clr>
        </p15:guide>
        <p15:guide id="20" orient="horz" pos="6701" userDrawn="1">
          <p15:clr>
            <a:srgbClr val="A4A3A4"/>
          </p15:clr>
        </p15:guide>
        <p15:guide id="21" orient="horz" pos="7042" userDrawn="1">
          <p15:clr>
            <a:srgbClr val="A4A3A4"/>
          </p15:clr>
        </p15:guide>
        <p15:guide id="22" orient="horz" pos="7382" userDrawn="1">
          <p15:clr>
            <a:srgbClr val="A4A3A4"/>
          </p15:clr>
        </p15:guide>
        <p15:guide id="23" orient="horz" pos="7722" userDrawn="1">
          <p15:clr>
            <a:srgbClr val="A4A3A4"/>
          </p15:clr>
        </p15:guide>
        <p15:guide id="24" orient="horz" pos="7949" userDrawn="1">
          <p15:clr>
            <a:srgbClr val="A4A3A4"/>
          </p15:clr>
        </p15:guide>
        <p15:guide id="25" pos="876" userDrawn="1">
          <p15:clr>
            <a:srgbClr val="A4A3A4"/>
          </p15:clr>
        </p15:guide>
        <p15:guide id="26" pos="14483" userDrawn="1">
          <p15:clr>
            <a:srgbClr val="A4A3A4"/>
          </p15:clr>
        </p15:guide>
        <p15:guide id="27" pos="1216" userDrawn="1">
          <p15:clr>
            <a:srgbClr val="A4A3A4"/>
          </p15:clr>
        </p15:guide>
        <p15:guide id="28" pos="1556" userDrawn="1">
          <p15:clr>
            <a:srgbClr val="A4A3A4"/>
          </p15:clr>
        </p15:guide>
        <p15:guide id="29" pos="1896" userDrawn="1">
          <p15:clr>
            <a:srgbClr val="A4A3A4"/>
          </p15:clr>
        </p15:guide>
        <p15:guide id="30" pos="2236" userDrawn="1">
          <p15:clr>
            <a:srgbClr val="A4A3A4"/>
          </p15:clr>
        </p15:guide>
        <p15:guide id="31" pos="2577" userDrawn="1">
          <p15:clr>
            <a:srgbClr val="A4A3A4"/>
          </p15:clr>
        </p15:guide>
        <p15:guide id="32" pos="2917" userDrawn="1">
          <p15:clr>
            <a:srgbClr val="A4A3A4"/>
          </p15:clr>
        </p15:guide>
        <p15:guide id="33" pos="3257" userDrawn="1">
          <p15:clr>
            <a:srgbClr val="A4A3A4"/>
          </p15:clr>
        </p15:guide>
        <p15:guide id="34" pos="3597" userDrawn="1">
          <p15:clr>
            <a:srgbClr val="A4A3A4"/>
          </p15:clr>
        </p15:guide>
        <p15:guide id="35" pos="3937" userDrawn="1">
          <p15:clr>
            <a:srgbClr val="A4A3A4"/>
          </p15:clr>
        </p15:guide>
        <p15:guide id="36" pos="4278" userDrawn="1">
          <p15:clr>
            <a:srgbClr val="A4A3A4"/>
          </p15:clr>
        </p15:guide>
        <p15:guide id="37" pos="4618" userDrawn="1">
          <p15:clr>
            <a:srgbClr val="A4A3A4"/>
          </p15:clr>
        </p15:guide>
        <p15:guide id="38" pos="4958" userDrawn="1">
          <p15:clr>
            <a:srgbClr val="A4A3A4"/>
          </p15:clr>
        </p15:guide>
        <p15:guide id="39" pos="5298" userDrawn="1">
          <p15:clr>
            <a:srgbClr val="A4A3A4"/>
          </p15:clr>
        </p15:guide>
        <p15:guide id="40" pos="5638" userDrawn="1">
          <p15:clr>
            <a:srgbClr val="A4A3A4"/>
          </p15:clr>
        </p15:guide>
        <p15:guide id="41" pos="5979" userDrawn="1">
          <p15:clr>
            <a:srgbClr val="A4A3A4"/>
          </p15:clr>
        </p15:guide>
        <p15:guide id="42" pos="6319" userDrawn="1">
          <p15:clr>
            <a:srgbClr val="A4A3A4"/>
          </p15:clr>
        </p15:guide>
        <p15:guide id="43" pos="6659" userDrawn="1">
          <p15:clr>
            <a:srgbClr val="A4A3A4"/>
          </p15:clr>
        </p15:guide>
        <p15:guide id="44" pos="6999" userDrawn="1">
          <p15:clr>
            <a:srgbClr val="A4A3A4"/>
          </p15:clr>
        </p15:guide>
        <p15:guide id="45" pos="7339" userDrawn="1">
          <p15:clr>
            <a:srgbClr val="A4A3A4"/>
          </p15:clr>
        </p15:guide>
        <p15:guide id="46" pos="8020" userDrawn="1">
          <p15:clr>
            <a:srgbClr val="A4A3A4"/>
          </p15:clr>
        </p15:guide>
        <p15:guide id="47" pos="8360" userDrawn="1">
          <p15:clr>
            <a:srgbClr val="A4A3A4"/>
          </p15:clr>
        </p15:guide>
        <p15:guide id="48" pos="8700" userDrawn="1">
          <p15:clr>
            <a:srgbClr val="A4A3A4"/>
          </p15:clr>
        </p15:guide>
        <p15:guide id="49" pos="9040" userDrawn="1">
          <p15:clr>
            <a:srgbClr val="A4A3A4"/>
          </p15:clr>
        </p15:guide>
        <p15:guide id="50" pos="9380" userDrawn="1">
          <p15:clr>
            <a:srgbClr val="A4A3A4"/>
          </p15:clr>
        </p15:guide>
        <p15:guide id="51" pos="9721" userDrawn="1">
          <p15:clr>
            <a:srgbClr val="A4A3A4"/>
          </p15:clr>
        </p15:guide>
        <p15:guide id="52" pos="10061" userDrawn="1">
          <p15:clr>
            <a:srgbClr val="A4A3A4"/>
          </p15:clr>
        </p15:guide>
        <p15:guide id="53" pos="10401" userDrawn="1">
          <p15:clr>
            <a:srgbClr val="A4A3A4"/>
          </p15:clr>
        </p15:guide>
        <p15:guide id="54" pos="10741" userDrawn="1">
          <p15:clr>
            <a:srgbClr val="A4A3A4"/>
          </p15:clr>
        </p15:guide>
        <p15:guide id="55" pos="11081" userDrawn="1">
          <p15:clr>
            <a:srgbClr val="A4A3A4"/>
          </p15:clr>
        </p15:guide>
        <p15:guide id="56" pos="11422" userDrawn="1">
          <p15:clr>
            <a:srgbClr val="A4A3A4"/>
          </p15:clr>
        </p15:guide>
        <p15:guide id="57" pos="11762" userDrawn="1">
          <p15:clr>
            <a:srgbClr val="A4A3A4"/>
          </p15:clr>
        </p15:guide>
        <p15:guide id="58" pos="12102" userDrawn="1">
          <p15:clr>
            <a:srgbClr val="A4A3A4"/>
          </p15:clr>
        </p15:guide>
        <p15:guide id="59" pos="12442" userDrawn="1">
          <p15:clr>
            <a:srgbClr val="A4A3A4"/>
          </p15:clr>
        </p15:guide>
        <p15:guide id="60" pos="12782" userDrawn="1">
          <p15:clr>
            <a:srgbClr val="A4A3A4"/>
          </p15:clr>
        </p15:guide>
        <p15:guide id="61" pos="13123" userDrawn="1">
          <p15:clr>
            <a:srgbClr val="A4A3A4"/>
          </p15:clr>
        </p15:guide>
        <p15:guide id="62" pos="13463" userDrawn="1">
          <p15:clr>
            <a:srgbClr val="A4A3A4"/>
          </p15:clr>
        </p15:guide>
        <p15:guide id="63" pos="13803" userDrawn="1">
          <p15:clr>
            <a:srgbClr val="A4A3A4"/>
          </p15:clr>
        </p15:guide>
        <p15:guide id="64" pos="141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56" d="100"/>
          <a:sy n="56" d="100"/>
        </p:scale>
        <p:origin x="534" y="120"/>
      </p:cViewPr>
      <p:guideLst>
        <p:guide orient="horz" pos="4320"/>
        <p:guide pos="7680"/>
        <p:guide orient="horz" pos="3980"/>
        <p:guide orient="horz" pos="3640"/>
        <p:guide orient="horz" pos="3299"/>
        <p:guide orient="horz" pos="2959"/>
        <p:guide orient="horz" pos="2619"/>
        <p:guide orient="horz" pos="2279"/>
        <p:guide orient="horz" pos="1939"/>
        <p:guide orient="horz" pos="1598"/>
        <p:guide orient="horz" pos="1258"/>
        <p:guide orient="horz" pos="918"/>
        <p:guide orient="horz" pos="691"/>
        <p:guide orient="horz" pos="4660"/>
        <p:guide orient="horz" pos="5000"/>
        <p:guide orient="horz" pos="5341"/>
        <p:guide orient="horz" pos="5681"/>
        <p:guide orient="horz" pos="6021"/>
        <p:guide orient="horz" pos="6361"/>
        <p:guide orient="horz" pos="6701"/>
        <p:guide orient="horz" pos="7042"/>
        <p:guide orient="horz" pos="7382"/>
        <p:guide orient="horz" pos="7722"/>
        <p:guide orient="horz" pos="7949"/>
        <p:guide pos="876"/>
        <p:guide pos="14483"/>
        <p:guide pos="1216"/>
        <p:guide pos="1556"/>
        <p:guide pos="1896"/>
        <p:guide pos="2236"/>
        <p:guide pos="2577"/>
        <p:guide pos="2917"/>
        <p:guide pos="3257"/>
        <p:guide pos="3597"/>
        <p:guide pos="3937"/>
        <p:guide pos="4278"/>
        <p:guide pos="4618"/>
        <p:guide pos="4958"/>
        <p:guide pos="5298"/>
        <p:guide pos="5638"/>
        <p:guide pos="5979"/>
        <p:guide pos="6319"/>
        <p:guide pos="6659"/>
        <p:guide pos="6999"/>
        <p:guide pos="7339"/>
        <p:guide pos="8020"/>
        <p:guide pos="8360"/>
        <p:guide pos="8700"/>
        <p:guide pos="9040"/>
        <p:guide pos="9380"/>
        <p:guide pos="9721"/>
        <p:guide pos="10061"/>
        <p:guide pos="10401"/>
        <p:guide pos="10741"/>
        <p:guide pos="11081"/>
        <p:guide pos="11422"/>
        <p:guide pos="11762"/>
        <p:guide pos="12102"/>
        <p:guide pos="12442"/>
        <p:guide pos="12782"/>
        <p:guide pos="13123"/>
        <p:guide pos="13463"/>
        <p:guide pos="13803"/>
        <p:guide pos="1414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CBC78EB-F865-43A5-8E35-A27141DF9D44}" type="datetimeFigureOut">
              <a:rPr lang="ru-RU" smtClean="0"/>
              <a:t>27.03.2025</a:t>
            </a:fld>
            <a:endParaRPr lang="ru-RU"/>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BE4E3D3-AAD0-49BE-AA95-8CB2566AC4FE}" type="slidenum">
              <a:rPr lang="ru-RU" smtClean="0"/>
              <a:t>‹#›</a:t>
            </a:fld>
            <a:endParaRPr lang="ru-RU"/>
          </a:p>
        </p:txBody>
      </p:sp>
    </p:spTree>
    <p:extLst>
      <p:ext uri="{BB962C8B-B14F-4D97-AF65-F5344CB8AC3E}">
        <p14:creationId xmlns:p14="http://schemas.microsoft.com/office/powerpoint/2010/main" val="3591084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6BE4E3D3-AAD0-49BE-AA95-8CB2566AC4FE}" type="slidenum">
              <a:rPr lang="ru-RU" smtClean="0"/>
              <a:t>1</a:t>
            </a:fld>
            <a:endParaRPr lang="ru-RU"/>
          </a:p>
        </p:txBody>
      </p:sp>
    </p:spTree>
    <p:extLst>
      <p:ext uri="{BB962C8B-B14F-4D97-AF65-F5344CB8AC3E}">
        <p14:creationId xmlns:p14="http://schemas.microsoft.com/office/powerpoint/2010/main" val="404281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Picture Placeholder 3"/>
          <p:cNvSpPr>
            <a:spLocks noGrp="1"/>
          </p:cNvSpPr>
          <p:nvPr>
            <p:ph type="pic" sz="quarter" idx="29"/>
          </p:nvPr>
        </p:nvSpPr>
        <p:spPr>
          <a:xfrm>
            <a:off x="14302413" y="0"/>
            <a:ext cx="10080000" cy="1371600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3"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13896" name="Text Placeholder 3"/>
          <p:cNvSpPr>
            <a:spLocks noGrp="1"/>
          </p:cNvSpPr>
          <p:nvPr>
            <p:ph type="body" sz="quarter" idx="13" hasCustomPrompt="1"/>
          </p:nvPr>
        </p:nvSpPr>
        <p:spPr>
          <a:xfrm>
            <a:off x="8614954" y="11673120"/>
            <a:ext cx="3142389" cy="615553"/>
          </a:xfrm>
          <a:prstGeom prst="rect">
            <a:avLst/>
          </a:prstGeom>
          <a:noFill/>
          <a:ln w="25400">
            <a:noFill/>
          </a:ln>
        </p:spPr>
        <p:txBody>
          <a:bodyPr wrap="square" lIns="0" tIns="0" rIns="0" bIns="0">
            <a:spAutoFit/>
          </a:bodyPr>
          <a:lstStyle>
            <a:lvl1pPr marL="0" indent="0">
              <a:lnSpc>
                <a:spcPts val="4800"/>
              </a:lnSpc>
              <a:spcBef>
                <a:spcPts val="0"/>
              </a:spcBef>
              <a:buNone/>
              <a:defRPr sz="32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yourwebsite.com</a:t>
            </a:r>
          </a:p>
        </p:txBody>
      </p:sp>
      <p:sp>
        <p:nvSpPr>
          <p:cNvPr id="13897" name="Text Placeholder 3"/>
          <p:cNvSpPr>
            <a:spLocks noGrp="1"/>
          </p:cNvSpPr>
          <p:nvPr>
            <p:ph type="body" sz="quarter" idx="14" hasCustomPrompt="1"/>
          </p:nvPr>
        </p:nvSpPr>
        <p:spPr>
          <a:xfrm>
            <a:off x="4408277" y="11673120"/>
            <a:ext cx="3172032" cy="615553"/>
          </a:xfrm>
          <a:prstGeom prst="rect">
            <a:avLst/>
          </a:prstGeom>
          <a:noFill/>
          <a:ln w="25400">
            <a:noFill/>
          </a:ln>
        </p:spPr>
        <p:txBody>
          <a:bodyPr wrap="square" lIns="0" tIns="0" rIns="0" bIns="0">
            <a:spAutoFit/>
          </a:bodyPr>
          <a:lstStyle>
            <a:lvl1pPr marL="0" indent="0">
              <a:lnSpc>
                <a:spcPts val="4800"/>
              </a:lnSpc>
              <a:spcBef>
                <a:spcPts val="0"/>
              </a:spcBef>
              <a:buNone/>
              <a:defRPr sz="32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yourcompany</a:t>
            </a:r>
            <a:endParaRPr lang="en-US" dirty="0"/>
          </a:p>
        </p:txBody>
      </p:sp>
      <p:sp>
        <p:nvSpPr>
          <p:cNvPr id="13898" name="Text Placeholder"/>
          <p:cNvSpPr>
            <a:spLocks noGrp="1"/>
          </p:cNvSpPr>
          <p:nvPr>
            <p:ph type="body" sz="quarter" idx="23" hasCustomPrompt="1"/>
          </p:nvPr>
        </p:nvSpPr>
        <p:spPr>
          <a:xfrm>
            <a:off x="7763967" y="11752019"/>
            <a:ext cx="540000" cy="540000"/>
          </a:xfrm>
          <a:prstGeom prst="ellipse">
            <a:avLst/>
          </a:prstGeom>
          <a:solidFill>
            <a:schemeClr val="accent1"/>
          </a:solidFill>
          <a:ln>
            <a:noFill/>
          </a:ln>
        </p:spPr>
        <p:txBody>
          <a:bodyPr wrap="square" lIns="0" tIns="0" rIns="0" bIns="0" anchor="ctr" anchorCtr="0">
            <a:noAutofit/>
          </a:bodyPr>
          <a:lstStyle>
            <a:lvl1pPr marL="0" indent="0" algn="ctr">
              <a:buNone/>
              <a:defRPr sz="2000">
                <a:solidFill>
                  <a:schemeClr val="bg1"/>
                </a:solidFill>
                <a:latin typeface="Font Awesome 5 Free Solid" panose="02000503000000000000" pitchFamily="50"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13899" name="Text Placeholder"/>
          <p:cNvSpPr>
            <a:spLocks noGrp="1"/>
          </p:cNvSpPr>
          <p:nvPr>
            <p:ph type="body" sz="quarter" idx="24" hasCustomPrompt="1"/>
          </p:nvPr>
        </p:nvSpPr>
        <p:spPr>
          <a:xfrm>
            <a:off x="12584372" y="11752019"/>
            <a:ext cx="540000" cy="540000"/>
          </a:xfrm>
          <a:prstGeom prst="ellipse">
            <a:avLst/>
          </a:prstGeom>
          <a:solidFill>
            <a:schemeClr val="accent1"/>
          </a:solidFill>
          <a:ln>
            <a:noFill/>
          </a:ln>
        </p:spPr>
        <p:txBody>
          <a:bodyPr wrap="square" lIns="0" tIns="0" rIns="0" bIns="0" anchor="ctr" anchorCtr="0">
            <a:noAutofit/>
          </a:bodyPr>
          <a:lstStyle>
            <a:lvl1pPr marL="0" indent="0" algn="ctr">
              <a:buNone/>
              <a:defRPr sz="2000">
                <a:solidFill>
                  <a:schemeClr val="bg1"/>
                </a:solidFill>
                <a:latin typeface="Font Awesome 5 Free Solid" panose="02000503000000000000" pitchFamily="50"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13900" name="Text Placeholder"/>
          <p:cNvSpPr>
            <a:spLocks noGrp="1"/>
          </p:cNvSpPr>
          <p:nvPr>
            <p:ph type="body" sz="quarter" idx="25" hasCustomPrompt="1"/>
          </p:nvPr>
        </p:nvSpPr>
        <p:spPr>
          <a:xfrm>
            <a:off x="3558560" y="11752019"/>
            <a:ext cx="540000" cy="540000"/>
          </a:xfrm>
          <a:prstGeom prst="ellipse">
            <a:avLst/>
          </a:prstGeom>
          <a:solidFill>
            <a:schemeClr val="accent1"/>
          </a:solidFill>
          <a:ln>
            <a:noFill/>
          </a:ln>
        </p:spPr>
        <p:txBody>
          <a:bodyPr wrap="square" lIns="0" tIns="0" rIns="0" bIns="0" anchor="ctr" anchorCtr="0">
            <a:noAutofit/>
          </a:bodyPr>
          <a:lstStyle>
            <a:lvl1pPr marL="0" indent="0" algn="ctr">
              <a:buNone/>
              <a:defRPr sz="2000">
                <a:solidFill>
                  <a:schemeClr val="bg1"/>
                </a:solidFill>
                <a:latin typeface="Font Awesome 5 Brands Regular" panose="02000503000000000000" pitchFamily="2"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13902" name="Text Placeholder 4"/>
          <p:cNvSpPr>
            <a:spLocks noGrp="1"/>
          </p:cNvSpPr>
          <p:nvPr>
            <p:ph type="body" sz="quarter" idx="11" hasCustomPrompt="1"/>
          </p:nvPr>
        </p:nvSpPr>
        <p:spPr>
          <a:xfrm>
            <a:off x="3042267" y="3627273"/>
            <a:ext cx="9703260" cy="4495461"/>
          </a:xfrm>
          <a:prstGeom prst="rect">
            <a:avLst/>
          </a:prstGeom>
        </p:spPr>
        <p:txBody>
          <a:bodyPr wrap="square" lIns="0" tIns="0" rIns="0" bIns="0">
            <a:spAutoFit/>
          </a:bodyPr>
          <a:lstStyle>
            <a:lvl1pPr marL="0" indent="0">
              <a:lnSpc>
                <a:spcPts val="17100"/>
              </a:lnSpc>
              <a:spcBef>
                <a:spcPts val="0"/>
              </a:spcBef>
              <a:buNone/>
              <a:defRPr sz="17100" baseline="0">
                <a:solidFill>
                  <a:schemeClr val="tx1"/>
                </a:solidFill>
                <a:latin typeface="+mj-lt"/>
              </a:defRPr>
            </a:lvl1pPr>
          </a:lstStyle>
          <a:p>
            <a:pPr lvl="0"/>
            <a:r>
              <a:rPr lang="en-US" dirty="0"/>
              <a:t>Pushing</a:t>
            </a:r>
            <a:br>
              <a:rPr lang="en-US" dirty="0"/>
            </a:br>
            <a:r>
              <a:rPr lang="en-US" dirty="0"/>
              <a:t>Limits</a:t>
            </a:r>
            <a:endParaRPr lang="uk-UA" dirty="0"/>
          </a:p>
        </p:txBody>
      </p:sp>
      <p:sp>
        <p:nvSpPr>
          <p:cNvPr id="13903" name="Text Placeholder 3"/>
          <p:cNvSpPr>
            <a:spLocks noGrp="1"/>
          </p:cNvSpPr>
          <p:nvPr>
            <p:ph type="body" sz="quarter" idx="27" hasCustomPrompt="1"/>
          </p:nvPr>
        </p:nvSpPr>
        <p:spPr>
          <a:xfrm>
            <a:off x="3021265" y="8241348"/>
            <a:ext cx="6470398" cy="1231106"/>
          </a:xfrm>
          <a:prstGeom prst="rect">
            <a:avLst/>
          </a:prstGeom>
          <a:noFill/>
          <a:ln w="25400">
            <a:noFill/>
          </a:ln>
        </p:spPr>
        <p:txBody>
          <a:bodyPr wrap="square" lIns="0" tIns="0" rIns="0" bIns="0">
            <a:spAutoFit/>
          </a:bodyPr>
          <a:lstStyle>
            <a:lvl1pPr marL="0" indent="0">
              <a:lnSpc>
                <a:spcPts val="4800"/>
              </a:lnSpc>
              <a:spcBef>
                <a:spcPts val="0"/>
              </a:spcBef>
              <a:buNone/>
              <a:defRPr sz="32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We choose our next project basing on the simple rules</a:t>
            </a:r>
          </a:p>
        </p:txBody>
      </p:sp>
      <p:sp>
        <p:nvSpPr>
          <p:cNvPr id="11" name="Text Placeholder 3"/>
          <p:cNvSpPr>
            <a:spLocks noGrp="1"/>
          </p:cNvSpPr>
          <p:nvPr>
            <p:ph type="body" sz="quarter" idx="28" hasCustomPrompt="1"/>
          </p:nvPr>
        </p:nvSpPr>
        <p:spPr>
          <a:xfrm>
            <a:off x="13434089" y="11673120"/>
            <a:ext cx="3172032" cy="615553"/>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2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a:t>your@name.com</a:t>
            </a:r>
          </a:p>
        </p:txBody>
      </p:sp>
    </p:spTree>
    <p:extLst>
      <p:ext uri="{BB962C8B-B14F-4D97-AF65-F5344CB8AC3E}">
        <p14:creationId xmlns:p14="http://schemas.microsoft.com/office/powerpoint/2010/main" val="2414005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Text Placeholder 4"/>
          <p:cNvSpPr>
            <a:spLocks noGrp="1"/>
          </p:cNvSpPr>
          <p:nvPr>
            <p:ph type="body" sz="quarter" idx="11" hasCustomPrompt="1"/>
          </p:nvPr>
        </p:nvSpPr>
        <p:spPr>
          <a:xfrm>
            <a:off x="5422271" y="3583507"/>
            <a:ext cx="13537870"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Table of Contents</a:t>
            </a:r>
            <a:endParaRPr lang="uk-UA" dirty="0"/>
          </a:p>
        </p:txBody>
      </p:sp>
      <p:sp>
        <p:nvSpPr>
          <p:cNvPr id="5" name="Text Placeholder 7"/>
          <p:cNvSpPr>
            <a:spLocks noGrp="1"/>
          </p:cNvSpPr>
          <p:nvPr>
            <p:ph type="body" sz="quarter" idx="13" hasCustomPrompt="1"/>
          </p:nvPr>
        </p:nvSpPr>
        <p:spPr>
          <a:xfrm>
            <a:off x="5485273" y="5547564"/>
            <a:ext cx="6413357" cy="5257850"/>
          </a:xfrm>
          <a:prstGeom prst="rect">
            <a:avLst/>
          </a:prstGeom>
        </p:spPr>
        <p:txBody>
          <a:bodyPr wrap="square" lIns="0" tIns="0" rIns="0" bIns="0" anchor="t" anchorCtr="0">
            <a:spAutoFit/>
          </a:bodyPr>
          <a:lstStyle>
            <a:lvl1pPr marL="0" indent="0">
              <a:lnSpc>
                <a:spcPts val="8200"/>
              </a:lnSpc>
              <a:spcBef>
                <a:spcPts val="0"/>
              </a:spcBef>
              <a:buNone/>
              <a:defRPr sz="4800" baseline="0">
                <a:solidFill>
                  <a:schemeClr val="tx1"/>
                </a:solidFill>
                <a:latin typeface="+mn-lt"/>
              </a:defRPr>
            </a:lvl1pPr>
          </a:lstStyle>
          <a:p>
            <a:pPr lvl="0"/>
            <a:r>
              <a:rPr lang="en-US" dirty="0"/>
              <a:t>Introduction</a:t>
            </a:r>
            <a:br>
              <a:rPr lang="en-US" dirty="0"/>
            </a:br>
            <a:r>
              <a:rPr lang="en-US" dirty="0"/>
              <a:t>Stories</a:t>
            </a:r>
            <a:br>
              <a:rPr lang="en-US" dirty="0"/>
            </a:br>
            <a:r>
              <a:rPr lang="en-US" dirty="0"/>
              <a:t>Infographics</a:t>
            </a:r>
            <a:br>
              <a:rPr lang="en-US" dirty="0"/>
            </a:br>
            <a:r>
              <a:rPr lang="en-US" dirty="0"/>
              <a:t>Summary</a:t>
            </a:r>
            <a:br>
              <a:rPr lang="en-US" dirty="0"/>
            </a:br>
            <a:r>
              <a:rPr lang="en-US" dirty="0"/>
              <a:t>Contacts</a:t>
            </a:r>
          </a:p>
        </p:txBody>
      </p:sp>
      <p:sp>
        <p:nvSpPr>
          <p:cNvPr id="6" name="Text Placeholder 7"/>
          <p:cNvSpPr>
            <a:spLocks noGrp="1"/>
          </p:cNvSpPr>
          <p:nvPr>
            <p:ph type="body" sz="quarter" idx="14" hasCustomPrompt="1"/>
          </p:nvPr>
        </p:nvSpPr>
        <p:spPr>
          <a:xfrm>
            <a:off x="17378071" y="5547564"/>
            <a:ext cx="1461097" cy="5257850"/>
          </a:xfrm>
          <a:prstGeom prst="rect">
            <a:avLst/>
          </a:prstGeom>
        </p:spPr>
        <p:txBody>
          <a:bodyPr wrap="square" lIns="0" tIns="0" rIns="0" bIns="0" anchor="t" anchorCtr="0">
            <a:spAutoFit/>
          </a:bodyPr>
          <a:lstStyle>
            <a:lvl1pPr marL="0" indent="0" algn="r">
              <a:lnSpc>
                <a:spcPts val="8200"/>
              </a:lnSpc>
              <a:spcBef>
                <a:spcPts val="0"/>
              </a:spcBef>
              <a:buNone/>
              <a:defRPr sz="4800" baseline="0">
                <a:solidFill>
                  <a:schemeClr val="tx1"/>
                </a:solidFill>
                <a:latin typeface="+mn-lt"/>
              </a:defRPr>
            </a:lvl1pPr>
          </a:lstStyle>
          <a:p>
            <a:pPr lvl="0"/>
            <a:r>
              <a:rPr lang="en-US" dirty="0"/>
              <a:t>02</a:t>
            </a:r>
            <a:br>
              <a:rPr lang="en-US" dirty="0"/>
            </a:br>
            <a:r>
              <a:rPr lang="en-US" dirty="0"/>
              <a:t>04</a:t>
            </a:r>
            <a:br>
              <a:rPr lang="en-US" dirty="0"/>
            </a:br>
            <a:r>
              <a:rPr lang="en-US" dirty="0"/>
              <a:t>28</a:t>
            </a:r>
            <a:br>
              <a:rPr lang="en-US" dirty="0"/>
            </a:br>
            <a:r>
              <a:rPr lang="en-US" dirty="0"/>
              <a:t>44</a:t>
            </a:r>
            <a:br>
              <a:rPr lang="en-US" dirty="0"/>
            </a:br>
            <a:r>
              <a:rPr lang="en-US" dirty="0"/>
              <a:t>48</a:t>
            </a:r>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Tree>
    <p:extLst>
      <p:ext uri="{BB962C8B-B14F-4D97-AF65-F5344CB8AC3E}">
        <p14:creationId xmlns:p14="http://schemas.microsoft.com/office/powerpoint/2010/main" val="391379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ext Placeholder 4"/>
          <p:cNvSpPr>
            <a:spLocks noGrp="1"/>
          </p:cNvSpPr>
          <p:nvPr>
            <p:ph type="body" sz="quarter" idx="11" hasCustomPrompt="1"/>
          </p:nvPr>
        </p:nvSpPr>
        <p:spPr>
          <a:xfrm>
            <a:off x="2470150" y="3583507"/>
            <a:ext cx="19447571"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Agenda</a:t>
            </a:r>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Text Placeholder 3"/>
          <p:cNvSpPr>
            <a:spLocks noGrp="1"/>
          </p:cNvSpPr>
          <p:nvPr>
            <p:ph type="body" sz="quarter" idx="13" hasCustomPrompt="1"/>
          </p:nvPr>
        </p:nvSpPr>
        <p:spPr>
          <a:xfrm>
            <a:off x="2486249" y="8568483"/>
            <a:ext cx="5383213"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Lorem ipsum dolor sit non </a:t>
            </a:r>
            <a:r>
              <a:rPr lang="en-US" dirty="0" err="1"/>
              <a:t>amet</a:t>
            </a:r>
            <a:r>
              <a:rPr lang="en-US" dirty="0"/>
              <a:t>, </a:t>
            </a:r>
            <a:r>
              <a:rPr lang="en-US" dirty="0" err="1"/>
              <a:t>consectetur</a:t>
            </a:r>
            <a:r>
              <a:rPr lang="en-US" dirty="0"/>
              <a:t> ligula </a:t>
            </a:r>
            <a:r>
              <a:rPr lang="en-US" dirty="0" err="1"/>
              <a:t>adipiscing</a:t>
            </a:r>
            <a:r>
              <a:rPr lang="en-US" dirty="0"/>
              <a:t> </a:t>
            </a:r>
            <a:r>
              <a:rPr lang="en-US" dirty="0" err="1"/>
              <a:t>elit</a:t>
            </a:r>
            <a:r>
              <a:rPr lang="en-US" dirty="0"/>
              <a:t>.</a:t>
            </a:r>
          </a:p>
        </p:txBody>
      </p:sp>
      <p:sp>
        <p:nvSpPr>
          <p:cNvPr id="10" name="Text Placeholder 3"/>
          <p:cNvSpPr>
            <a:spLocks noGrp="1"/>
          </p:cNvSpPr>
          <p:nvPr>
            <p:ph type="body" sz="quarter" idx="18" hasCustomPrompt="1"/>
          </p:nvPr>
        </p:nvSpPr>
        <p:spPr>
          <a:xfrm>
            <a:off x="9497786" y="8568483"/>
            <a:ext cx="5386841"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Proin</a:t>
            </a:r>
            <a:r>
              <a:rPr lang="fr-FR" dirty="0"/>
              <a:t> </a:t>
            </a:r>
            <a:r>
              <a:rPr lang="fr-FR" dirty="0" err="1"/>
              <a:t>facilisis</a:t>
            </a:r>
            <a:r>
              <a:rPr lang="fr-FR" dirty="0"/>
              <a:t> </a:t>
            </a:r>
            <a:r>
              <a:rPr lang="fr-FR" dirty="0" err="1"/>
              <a:t>viverra</a:t>
            </a:r>
            <a:r>
              <a:rPr lang="fr-FR" dirty="0"/>
              <a:t> diam, </a:t>
            </a:r>
            <a:r>
              <a:rPr lang="fr-FR" dirty="0" err="1"/>
              <a:t>vel</a:t>
            </a:r>
            <a:r>
              <a:rPr lang="fr-FR" dirty="0"/>
              <a:t> </a:t>
            </a:r>
            <a:r>
              <a:rPr lang="fr-FR" dirty="0" err="1"/>
              <a:t>aliquet</a:t>
            </a:r>
            <a:r>
              <a:rPr lang="fr-FR" dirty="0"/>
              <a:t> </a:t>
            </a:r>
            <a:r>
              <a:rPr lang="fr-FR" dirty="0" err="1"/>
              <a:t>turpis</a:t>
            </a:r>
            <a:r>
              <a:rPr lang="fr-FR" dirty="0"/>
              <a:t> </a:t>
            </a:r>
            <a:r>
              <a:rPr lang="fr-FR" dirty="0" err="1"/>
              <a:t>faucibus</a:t>
            </a:r>
            <a:r>
              <a:rPr lang="fr-FR" dirty="0"/>
              <a:t> </a:t>
            </a:r>
            <a:r>
              <a:rPr lang="fr-FR" dirty="0" err="1"/>
              <a:t>aptent</a:t>
            </a:r>
            <a:r>
              <a:rPr lang="fr-FR" dirty="0"/>
              <a:t> </a:t>
            </a:r>
            <a:r>
              <a:rPr lang="fr-FR" dirty="0" err="1"/>
              <a:t>risus</a:t>
            </a:r>
            <a:r>
              <a:rPr lang="fr-FR" dirty="0"/>
              <a:t>. </a:t>
            </a:r>
            <a:endParaRPr lang="en-US" dirty="0"/>
          </a:p>
        </p:txBody>
      </p:sp>
      <p:sp>
        <p:nvSpPr>
          <p:cNvPr id="11" name="Text Placeholder 3"/>
          <p:cNvSpPr>
            <a:spLocks noGrp="1"/>
          </p:cNvSpPr>
          <p:nvPr>
            <p:ph type="body" sz="quarter" idx="19" hasCustomPrompt="1"/>
          </p:nvPr>
        </p:nvSpPr>
        <p:spPr>
          <a:xfrm>
            <a:off x="16530880" y="8568483"/>
            <a:ext cx="5386841"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Vivamus</a:t>
            </a:r>
            <a:r>
              <a:rPr lang="fr-FR" dirty="0"/>
              <a:t> tristique </a:t>
            </a:r>
            <a:r>
              <a:rPr lang="fr-FR" dirty="0" err="1"/>
              <a:t>ligula</a:t>
            </a:r>
            <a:r>
              <a:rPr lang="fr-FR" dirty="0"/>
              <a:t> </a:t>
            </a:r>
            <a:r>
              <a:rPr lang="fr-FR" dirty="0" err="1"/>
              <a:t>eget</a:t>
            </a:r>
            <a:r>
              <a:rPr lang="fr-FR" dirty="0"/>
              <a:t> </a:t>
            </a:r>
            <a:r>
              <a:rPr lang="fr-FR" dirty="0" err="1"/>
              <a:t>faucibus</a:t>
            </a:r>
            <a:r>
              <a:rPr lang="fr-FR" dirty="0"/>
              <a:t> </a:t>
            </a:r>
            <a:r>
              <a:rPr lang="fr-FR" dirty="0" err="1"/>
              <a:t>posuere</a:t>
            </a:r>
            <a:r>
              <a:rPr lang="fr-FR" dirty="0"/>
              <a:t>. In </a:t>
            </a:r>
            <a:r>
              <a:rPr lang="fr-FR" dirty="0" err="1"/>
              <a:t>lectus</a:t>
            </a:r>
            <a:r>
              <a:rPr lang="fr-FR" dirty="0"/>
              <a:t> </a:t>
            </a:r>
            <a:r>
              <a:rPr lang="fr-FR" dirty="0" err="1"/>
              <a:t>risus</a:t>
            </a:r>
            <a:r>
              <a:rPr lang="fr-FR" dirty="0"/>
              <a:t> vitae. </a:t>
            </a:r>
            <a:endParaRPr lang="en-US" dirty="0"/>
          </a:p>
        </p:txBody>
      </p:sp>
      <p:sp>
        <p:nvSpPr>
          <p:cNvPr id="12" name="Text Placeholder 19"/>
          <p:cNvSpPr>
            <a:spLocks noGrp="1"/>
          </p:cNvSpPr>
          <p:nvPr>
            <p:ph type="body" sz="quarter" idx="25" hasCustomPrompt="1"/>
          </p:nvPr>
        </p:nvSpPr>
        <p:spPr>
          <a:xfrm>
            <a:off x="4115785" y="5786305"/>
            <a:ext cx="2160000" cy="2160000"/>
          </a:xfrm>
          <a:prstGeom prst="rect">
            <a:avLst/>
          </a:prstGeom>
          <a:noFill/>
          <a:ln w="31750">
            <a:solidFill>
              <a:schemeClr val="accent1"/>
            </a:solidFill>
          </a:ln>
        </p:spPr>
        <p:txBody>
          <a:bodyPr anchor="ctr" anchorCtr="0">
            <a:normAutofit/>
          </a:bodyPr>
          <a:lstStyle>
            <a:lvl1pPr marL="0" indent="0" algn="ctr">
              <a:lnSpc>
                <a:spcPct val="100000"/>
              </a:lnSpc>
              <a:spcBef>
                <a:spcPts val="0"/>
              </a:spcBef>
              <a:buNone/>
              <a:defRPr sz="4400" spc="0">
                <a:solidFill>
                  <a:schemeClr val="accent1"/>
                </a:solidFill>
                <a:latin typeface="+mj-lt"/>
              </a:defRPr>
            </a:lvl1pPr>
            <a:lvl2pPr marL="914354" indent="0">
              <a:buNone/>
              <a:defRPr sz="3600" spc="300">
                <a:latin typeface="+mj-lt"/>
              </a:defRPr>
            </a:lvl2pPr>
            <a:lvl3pPr marL="1828709" indent="0">
              <a:buNone/>
              <a:defRPr sz="3600" spc="300">
                <a:latin typeface="+mj-lt"/>
              </a:defRPr>
            </a:lvl3pPr>
            <a:lvl4pPr marL="2743063" indent="0">
              <a:buNone/>
              <a:defRPr sz="3600" spc="300">
                <a:latin typeface="+mj-lt"/>
              </a:defRPr>
            </a:lvl4pPr>
            <a:lvl5pPr marL="3657417" indent="0">
              <a:buNone/>
              <a:defRPr sz="3600" spc="300">
                <a:latin typeface="+mj-lt"/>
              </a:defRPr>
            </a:lvl5pPr>
          </a:lstStyle>
          <a:p>
            <a:pPr lvl="0"/>
            <a:r>
              <a:rPr lang="en-US" dirty="0"/>
              <a:t>9:00</a:t>
            </a:r>
            <a:br>
              <a:rPr lang="en-US" dirty="0"/>
            </a:br>
            <a:r>
              <a:rPr lang="en-US" dirty="0"/>
              <a:t>AM</a:t>
            </a:r>
            <a:endParaRPr lang="ru-RU" dirty="0"/>
          </a:p>
        </p:txBody>
      </p:sp>
      <p:sp>
        <p:nvSpPr>
          <p:cNvPr id="14" name="Text Placeholder 19"/>
          <p:cNvSpPr>
            <a:spLocks noGrp="1"/>
          </p:cNvSpPr>
          <p:nvPr>
            <p:ph type="body" sz="quarter" idx="27" hasCustomPrompt="1"/>
          </p:nvPr>
        </p:nvSpPr>
        <p:spPr>
          <a:xfrm>
            <a:off x="11111206" y="5786305"/>
            <a:ext cx="2160000" cy="2160000"/>
          </a:xfrm>
          <a:prstGeom prst="rect">
            <a:avLst/>
          </a:prstGeom>
          <a:noFill/>
          <a:ln w="31750">
            <a:solidFill>
              <a:schemeClr val="accent1"/>
            </a:solidFill>
          </a:ln>
        </p:spPr>
        <p:txBody>
          <a:bodyPr anchor="ctr" anchorCtr="0">
            <a:normAutofit/>
          </a:bodyPr>
          <a:lstStyle>
            <a:lvl1pPr marL="0" indent="0" algn="ctr">
              <a:lnSpc>
                <a:spcPct val="100000"/>
              </a:lnSpc>
              <a:spcBef>
                <a:spcPts val="0"/>
              </a:spcBef>
              <a:buNone/>
              <a:defRPr sz="4400" spc="0">
                <a:solidFill>
                  <a:schemeClr val="accent1"/>
                </a:solidFill>
                <a:latin typeface="+mj-lt"/>
              </a:defRPr>
            </a:lvl1pPr>
            <a:lvl2pPr marL="914354" indent="0">
              <a:buNone/>
              <a:defRPr sz="3600" spc="300">
                <a:latin typeface="+mj-lt"/>
              </a:defRPr>
            </a:lvl2pPr>
            <a:lvl3pPr marL="1828709" indent="0">
              <a:buNone/>
              <a:defRPr sz="3600" spc="300">
                <a:latin typeface="+mj-lt"/>
              </a:defRPr>
            </a:lvl3pPr>
            <a:lvl4pPr marL="2743063" indent="0">
              <a:buNone/>
              <a:defRPr sz="3600" spc="300">
                <a:latin typeface="+mj-lt"/>
              </a:defRPr>
            </a:lvl4pPr>
            <a:lvl5pPr marL="3657417" indent="0">
              <a:buNone/>
              <a:defRPr sz="3600" spc="300">
                <a:latin typeface="+mj-lt"/>
              </a:defRPr>
            </a:lvl5pPr>
          </a:lstStyle>
          <a:p>
            <a:pPr lvl="0"/>
            <a:r>
              <a:rPr lang="en-US" dirty="0"/>
              <a:t>7:00</a:t>
            </a:r>
            <a:br>
              <a:rPr lang="en-US" dirty="0"/>
            </a:br>
            <a:r>
              <a:rPr lang="en-US" dirty="0"/>
              <a:t>AM</a:t>
            </a:r>
            <a:endParaRPr lang="ru-RU" dirty="0"/>
          </a:p>
        </p:txBody>
      </p:sp>
      <p:sp>
        <p:nvSpPr>
          <p:cNvPr id="15" name="Text Placeholder 19"/>
          <p:cNvSpPr>
            <a:spLocks noGrp="1"/>
          </p:cNvSpPr>
          <p:nvPr>
            <p:ph type="body" sz="quarter" idx="28" hasCustomPrompt="1"/>
          </p:nvPr>
        </p:nvSpPr>
        <p:spPr>
          <a:xfrm>
            <a:off x="18142485" y="5786305"/>
            <a:ext cx="2160000" cy="2160000"/>
          </a:xfrm>
          <a:prstGeom prst="rect">
            <a:avLst/>
          </a:prstGeom>
          <a:noFill/>
          <a:ln w="31750">
            <a:solidFill>
              <a:schemeClr val="accent1"/>
            </a:solidFill>
          </a:ln>
        </p:spPr>
        <p:txBody>
          <a:bodyPr anchor="ctr" anchorCtr="0">
            <a:normAutofit/>
          </a:bodyPr>
          <a:lstStyle>
            <a:lvl1pPr marL="0" indent="0" algn="ctr">
              <a:lnSpc>
                <a:spcPct val="100000"/>
              </a:lnSpc>
              <a:spcBef>
                <a:spcPts val="0"/>
              </a:spcBef>
              <a:buNone/>
              <a:defRPr sz="4400" spc="0">
                <a:solidFill>
                  <a:schemeClr val="accent1"/>
                </a:solidFill>
                <a:latin typeface="+mj-lt"/>
              </a:defRPr>
            </a:lvl1pPr>
            <a:lvl2pPr marL="914354" indent="0">
              <a:buNone/>
              <a:defRPr sz="3600" spc="300">
                <a:latin typeface="+mj-lt"/>
              </a:defRPr>
            </a:lvl2pPr>
            <a:lvl3pPr marL="1828709" indent="0">
              <a:buNone/>
              <a:defRPr sz="3600" spc="300">
                <a:latin typeface="+mj-lt"/>
              </a:defRPr>
            </a:lvl3pPr>
            <a:lvl4pPr marL="2743063" indent="0">
              <a:buNone/>
              <a:defRPr sz="3600" spc="300">
                <a:latin typeface="+mj-lt"/>
              </a:defRPr>
            </a:lvl4pPr>
            <a:lvl5pPr marL="3657417" indent="0">
              <a:buNone/>
              <a:defRPr sz="3600" spc="300">
                <a:latin typeface="+mj-lt"/>
              </a:defRPr>
            </a:lvl5pPr>
          </a:lstStyle>
          <a:p>
            <a:pPr lvl="0"/>
            <a:r>
              <a:rPr lang="en-US" dirty="0"/>
              <a:t>4:00</a:t>
            </a:r>
            <a:br>
              <a:rPr lang="en-US" dirty="0"/>
            </a:br>
            <a:r>
              <a:rPr lang="en-US" dirty="0"/>
              <a:t>PM</a:t>
            </a:r>
            <a:endParaRPr lang="ru-RU" dirty="0"/>
          </a:p>
        </p:txBody>
      </p:sp>
    </p:spTree>
    <p:extLst>
      <p:ext uri="{BB962C8B-B14F-4D97-AF65-F5344CB8AC3E}">
        <p14:creationId xmlns:p14="http://schemas.microsoft.com/office/powerpoint/2010/main" val="3082219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4" name="Text Placeholder 4"/>
          <p:cNvSpPr>
            <a:spLocks noGrp="1"/>
          </p:cNvSpPr>
          <p:nvPr>
            <p:ph type="body" sz="quarter" idx="11" hasCustomPrompt="1"/>
          </p:nvPr>
        </p:nvSpPr>
        <p:spPr>
          <a:xfrm>
            <a:off x="4090988" y="4660047"/>
            <a:ext cx="16200437"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Get In the Game</a:t>
            </a:r>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Text Placeholder 3"/>
          <p:cNvSpPr>
            <a:spLocks noGrp="1"/>
          </p:cNvSpPr>
          <p:nvPr>
            <p:ph type="body" sz="quarter" idx="13" hasCustomPrompt="1"/>
          </p:nvPr>
        </p:nvSpPr>
        <p:spPr>
          <a:xfrm>
            <a:off x="4090988" y="6954189"/>
            <a:ext cx="16200437" cy="2446824"/>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Nullam</a:t>
            </a:r>
            <a:r>
              <a:rPr lang="en-US" dirty="0"/>
              <a:t> </a:t>
            </a:r>
            <a:r>
              <a:rPr lang="en-US" dirty="0" err="1"/>
              <a:t>auctor</a:t>
            </a:r>
            <a:r>
              <a:rPr lang="en-US" dirty="0"/>
              <a:t> </a:t>
            </a:r>
            <a:r>
              <a:rPr lang="en-US" dirty="0" err="1"/>
              <a:t>elit</a:t>
            </a:r>
            <a:r>
              <a:rPr lang="en-US" dirty="0"/>
              <a:t> </a:t>
            </a:r>
            <a:r>
              <a:rPr lang="en-US" dirty="0" err="1"/>
              <a:t>facilisis</a:t>
            </a:r>
            <a:r>
              <a:rPr lang="en-US" dirty="0"/>
              <a:t>, </a:t>
            </a:r>
            <a:r>
              <a:rPr lang="en-US" dirty="0" err="1"/>
              <a:t>lacinia</a:t>
            </a:r>
            <a:r>
              <a:rPr lang="en-US" dirty="0"/>
              <a:t> magna ac, </a:t>
            </a:r>
            <a:r>
              <a:rPr lang="en-US" dirty="0" err="1"/>
              <a:t>ultricies</a:t>
            </a:r>
            <a:r>
              <a:rPr lang="en-US" dirty="0"/>
              <a:t> </a:t>
            </a:r>
            <a:r>
              <a:rPr lang="en-US" dirty="0" err="1"/>
              <a:t>tellus</a:t>
            </a:r>
            <a:r>
              <a:rPr lang="en-US" dirty="0"/>
              <a:t>. Nunc </a:t>
            </a:r>
            <a:r>
              <a:rPr lang="en-US" dirty="0" err="1"/>
              <a:t>vel</a:t>
            </a:r>
            <a:r>
              <a:rPr lang="en-US" dirty="0"/>
              <a:t> cursus </a:t>
            </a:r>
            <a:r>
              <a:rPr lang="en-US" dirty="0" err="1"/>
              <a:t>nulla</a:t>
            </a:r>
            <a:r>
              <a:rPr lang="en-US" dirty="0"/>
              <a:t>. </a:t>
            </a:r>
            <a:r>
              <a:rPr lang="en-US" dirty="0" err="1"/>
              <a:t>Nullam</a:t>
            </a:r>
            <a:r>
              <a:rPr lang="en-US" dirty="0"/>
              <a:t> porta dolor sit </a:t>
            </a:r>
            <a:r>
              <a:rPr lang="en-US" dirty="0" err="1"/>
              <a:t>amet</a:t>
            </a:r>
            <a:r>
              <a:rPr lang="en-US" dirty="0"/>
              <a:t> ex </a:t>
            </a:r>
            <a:r>
              <a:rPr lang="en-US" dirty="0" err="1"/>
              <a:t>commodo</a:t>
            </a:r>
            <a:r>
              <a:rPr lang="en-US" dirty="0"/>
              <a:t> </a:t>
            </a:r>
            <a:r>
              <a:rPr lang="en-US" dirty="0" err="1"/>
              <a:t>dignissim</a:t>
            </a:r>
            <a:r>
              <a:rPr lang="en-US" dirty="0"/>
              <a:t>. </a:t>
            </a:r>
            <a:r>
              <a:rPr lang="en-US" dirty="0" err="1"/>
              <a:t>Vivamus</a:t>
            </a:r>
            <a:r>
              <a:rPr lang="en-US" dirty="0"/>
              <a:t> in </a:t>
            </a:r>
            <a:r>
              <a:rPr lang="en-US" dirty="0" err="1"/>
              <a:t>rhoncus</a:t>
            </a:r>
            <a:r>
              <a:rPr lang="en-US" dirty="0"/>
              <a:t> </a:t>
            </a:r>
            <a:r>
              <a:rPr lang="en-US" dirty="0" err="1"/>
              <a:t>orci</a:t>
            </a:r>
            <a:r>
              <a:rPr lang="en-US" dirty="0"/>
              <a:t>, </a:t>
            </a:r>
            <a:r>
              <a:rPr lang="en-US" dirty="0" err="1"/>
              <a:t>sed</a:t>
            </a:r>
            <a:r>
              <a:rPr lang="en-US" dirty="0"/>
              <a:t> </a:t>
            </a:r>
            <a:r>
              <a:rPr lang="en-US" dirty="0" err="1"/>
              <a:t>ultrices</a:t>
            </a:r>
            <a:r>
              <a:rPr lang="en-US" dirty="0"/>
              <a:t> </a:t>
            </a:r>
            <a:r>
              <a:rPr lang="en-US" dirty="0" err="1"/>
              <a:t>odio</a:t>
            </a:r>
            <a:r>
              <a:rPr lang="en-US" dirty="0"/>
              <a:t>. Maecenas </a:t>
            </a:r>
            <a:r>
              <a:rPr lang="en-US" dirty="0" err="1"/>
              <a:t>posuere</a:t>
            </a:r>
            <a:r>
              <a:rPr lang="en-US" dirty="0"/>
              <a:t> </a:t>
            </a:r>
            <a:r>
              <a:rPr lang="en-US" dirty="0" err="1"/>
              <a:t>porttitor</a:t>
            </a:r>
            <a:r>
              <a:rPr lang="en-US" dirty="0"/>
              <a:t> </a:t>
            </a:r>
            <a:r>
              <a:rPr lang="en-US" dirty="0" err="1"/>
              <a:t>turpis</a:t>
            </a:r>
            <a:r>
              <a:rPr lang="en-US" dirty="0"/>
              <a:t>, ac tempus dolor </a:t>
            </a:r>
            <a:r>
              <a:rPr lang="en-US" dirty="0" err="1"/>
              <a:t>ultrices</a:t>
            </a:r>
            <a:r>
              <a:rPr lang="en-US" dirty="0"/>
              <a:t> </a:t>
            </a:r>
            <a:r>
              <a:rPr lang="en-US" dirty="0" err="1"/>
              <a:t>placerat</a:t>
            </a:r>
            <a:r>
              <a:rPr lang="en-US" dirty="0"/>
              <a:t>. </a:t>
            </a:r>
            <a:r>
              <a:rPr lang="en-US" dirty="0" err="1"/>
              <a:t>Mauris</a:t>
            </a:r>
            <a:r>
              <a:rPr lang="en-US" dirty="0"/>
              <a:t> convallis </a:t>
            </a:r>
            <a:r>
              <a:rPr lang="en-US" dirty="0" err="1"/>
              <a:t>pretium</a:t>
            </a:r>
            <a:r>
              <a:rPr lang="en-US" dirty="0"/>
              <a:t> </a:t>
            </a:r>
            <a:r>
              <a:rPr lang="en-US" dirty="0" err="1"/>
              <a:t>purus</a:t>
            </a:r>
            <a:r>
              <a:rPr lang="en-US" dirty="0"/>
              <a:t> </a:t>
            </a:r>
            <a:r>
              <a:rPr lang="en-US" dirty="0" err="1"/>
              <a:t>ut</a:t>
            </a:r>
            <a:r>
              <a:rPr lang="en-US" dirty="0"/>
              <a:t> </a:t>
            </a:r>
            <a:r>
              <a:rPr lang="en-US" dirty="0" err="1"/>
              <a:t>pretium</a:t>
            </a:r>
            <a:r>
              <a:rPr lang="en-US" dirty="0"/>
              <a:t>.</a:t>
            </a:r>
          </a:p>
        </p:txBody>
      </p:sp>
    </p:spTree>
    <p:extLst>
      <p:ext uri="{BB962C8B-B14F-4D97-AF65-F5344CB8AC3E}">
        <p14:creationId xmlns:p14="http://schemas.microsoft.com/office/powerpoint/2010/main" val="2665245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ing (2)">
    <p:spTree>
      <p:nvGrpSpPr>
        <p:cNvPr id="1" name=""/>
        <p:cNvGrpSpPr/>
        <p:nvPr/>
      </p:nvGrpSpPr>
      <p:grpSpPr>
        <a:xfrm>
          <a:off x="0" y="0"/>
          <a:ext cx="0" cy="0"/>
          <a:chOff x="0" y="0"/>
          <a:chExt cx="0" cy="0"/>
        </a:xfrm>
      </p:grpSpPr>
      <p:sp>
        <p:nvSpPr>
          <p:cNvPr id="5" name="Picture Placeholder 4"/>
          <p:cNvSpPr>
            <a:spLocks noGrp="1"/>
          </p:cNvSpPr>
          <p:nvPr>
            <p:ph type="pic" sz="quarter" idx="16"/>
          </p:nvPr>
        </p:nvSpPr>
        <p:spPr>
          <a:xfrm>
            <a:off x="0" y="7630160"/>
            <a:ext cx="24382413" cy="608584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a:ln>
            <a:solidFill>
              <a:schemeClr val="bg1"/>
            </a:solidFill>
          </a:ln>
        </p:spPr>
        <p:txBody>
          <a:bodyPr/>
          <a:lstStyle>
            <a:lvl1pPr>
              <a:defRPr>
                <a:solidFill>
                  <a:schemeClr val="bg1"/>
                </a:solidFill>
              </a:defRPr>
            </a:lvl1pPr>
          </a:lstStyle>
          <a:p>
            <a:fld id="{DFA0CEC9-44A1-428F-AFF8-06F9E9DC5823}" type="slidenum">
              <a:rPr lang="uk-UA" smtClean="0"/>
              <a:pPr/>
              <a:t>‹#›</a:t>
            </a:fld>
            <a:endParaRPr lang="uk-UA" dirty="0"/>
          </a:p>
        </p:txBody>
      </p:sp>
      <p:sp>
        <p:nvSpPr>
          <p:cNvPr id="4" name="Text Placeholder 4"/>
          <p:cNvSpPr>
            <a:spLocks noGrp="1"/>
          </p:cNvSpPr>
          <p:nvPr>
            <p:ph type="body" sz="quarter" idx="11" hasCustomPrompt="1"/>
          </p:nvPr>
        </p:nvSpPr>
        <p:spPr>
          <a:xfrm>
            <a:off x="3549650" y="3018816"/>
            <a:ext cx="1728311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Work hard</a:t>
            </a:r>
            <a:endParaRPr lang="uk-UA" dirty="0"/>
          </a:p>
        </p:txBody>
      </p:sp>
      <p:sp>
        <p:nvSpPr>
          <p:cNvPr id="8" name="Text Placeholder 3"/>
          <p:cNvSpPr>
            <a:spLocks noGrp="1"/>
          </p:cNvSpPr>
          <p:nvPr>
            <p:ph type="body" sz="quarter" idx="13" hasCustomPrompt="1"/>
          </p:nvPr>
        </p:nvSpPr>
        <p:spPr>
          <a:xfrm>
            <a:off x="3549650" y="5312958"/>
            <a:ext cx="1728311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Phasellus</a:t>
            </a:r>
            <a:r>
              <a:rPr lang="en-US" dirty="0"/>
              <a:t> ac </a:t>
            </a:r>
            <a:r>
              <a:rPr lang="en-US" dirty="0" err="1"/>
              <a:t>est</a:t>
            </a:r>
            <a:r>
              <a:rPr lang="en-US" dirty="0"/>
              <a:t> at </a:t>
            </a:r>
            <a:r>
              <a:rPr lang="en-US" dirty="0" err="1"/>
              <a:t>odio</a:t>
            </a:r>
            <a:r>
              <a:rPr lang="en-US" dirty="0"/>
              <a:t> </a:t>
            </a:r>
            <a:r>
              <a:rPr lang="en-US" dirty="0" err="1"/>
              <a:t>mattis</a:t>
            </a:r>
            <a:r>
              <a:rPr lang="en-US" dirty="0"/>
              <a:t> cursus. </a:t>
            </a:r>
            <a:r>
              <a:rPr lang="en-US" dirty="0" err="1"/>
              <a:t>Pellentesque</a:t>
            </a:r>
            <a:r>
              <a:rPr lang="en-US" dirty="0"/>
              <a:t> </a:t>
            </a:r>
            <a:r>
              <a:rPr lang="en-US" dirty="0" err="1"/>
              <a:t>eu</a:t>
            </a:r>
            <a:r>
              <a:rPr lang="en-US" dirty="0"/>
              <a:t> </a:t>
            </a:r>
            <a:r>
              <a:rPr lang="en-US" dirty="0" err="1"/>
              <a:t>tempor</a:t>
            </a:r>
            <a:r>
              <a:rPr lang="en-US" dirty="0"/>
              <a:t> </a:t>
            </a:r>
            <a:r>
              <a:rPr lang="en-US" dirty="0" err="1"/>
              <a:t>nisl</a:t>
            </a:r>
            <a:r>
              <a:rPr lang="en-US" dirty="0"/>
              <a:t>. </a:t>
            </a:r>
            <a:r>
              <a:rPr lang="en-US" dirty="0" err="1"/>
              <a:t>Ut</a:t>
            </a:r>
            <a:r>
              <a:rPr lang="en-US" dirty="0"/>
              <a:t> </a:t>
            </a:r>
            <a:r>
              <a:rPr lang="en-US" dirty="0" err="1"/>
              <a:t>sodales</a:t>
            </a:r>
            <a:r>
              <a:rPr lang="en-US" dirty="0"/>
              <a:t> </a:t>
            </a:r>
            <a:r>
              <a:rPr lang="en-US" dirty="0" err="1"/>
              <a:t>suscipit</a:t>
            </a:r>
            <a:r>
              <a:rPr lang="en-US" dirty="0"/>
              <a:t> dui, et </a:t>
            </a:r>
            <a:r>
              <a:rPr lang="en-US" dirty="0" err="1"/>
              <a:t>dapibus</a:t>
            </a:r>
            <a:r>
              <a:rPr lang="en-US" dirty="0"/>
              <a:t> </a:t>
            </a:r>
            <a:r>
              <a:rPr lang="en-US" dirty="0" err="1"/>
              <a:t>sem</a:t>
            </a:r>
            <a:r>
              <a:rPr lang="en-US" dirty="0"/>
              <a:t> </a:t>
            </a:r>
            <a:r>
              <a:rPr lang="en-US" dirty="0" err="1"/>
              <a:t>blandit</a:t>
            </a:r>
            <a:r>
              <a:rPr lang="en-US" dirty="0"/>
              <a:t> </a:t>
            </a:r>
            <a:r>
              <a:rPr lang="en-US" dirty="0" err="1"/>
              <a:t>nec</a:t>
            </a:r>
            <a:r>
              <a:rPr lang="en-US" dirty="0"/>
              <a:t>. Nunc </a:t>
            </a:r>
            <a:r>
              <a:rPr lang="en-US" dirty="0" err="1"/>
              <a:t>pulvinar</a:t>
            </a:r>
            <a:r>
              <a:rPr lang="en-US" dirty="0"/>
              <a:t> </a:t>
            </a:r>
            <a:r>
              <a:rPr lang="en-US" dirty="0" err="1"/>
              <a:t>euismod</a:t>
            </a:r>
            <a:r>
              <a:rPr lang="en-US" dirty="0"/>
              <a:t> magna non.</a:t>
            </a:r>
          </a:p>
        </p:txBody>
      </p:sp>
    </p:spTree>
    <p:extLst>
      <p:ext uri="{BB962C8B-B14F-4D97-AF65-F5344CB8AC3E}">
        <p14:creationId xmlns:p14="http://schemas.microsoft.com/office/powerpoint/2010/main" val="353860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ing with one column layou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2512268" y="4660047"/>
            <a:ext cx="8598153" cy="3104055"/>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Innovation at work</a:t>
            </a:r>
            <a:endParaRPr lang="uk-UA" dirty="0"/>
          </a:p>
        </p:txBody>
      </p:sp>
      <p:sp>
        <p:nvSpPr>
          <p:cNvPr id="8" name="Text Placeholder 3"/>
          <p:cNvSpPr>
            <a:spLocks noGrp="1"/>
          </p:cNvSpPr>
          <p:nvPr>
            <p:ph type="body" sz="quarter" idx="13" hasCustomPrompt="1"/>
          </p:nvPr>
        </p:nvSpPr>
        <p:spPr>
          <a:xfrm>
            <a:off x="12734808" y="4660047"/>
            <a:ext cx="9177455" cy="3693319"/>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Proin</a:t>
            </a:r>
            <a:r>
              <a:rPr lang="en-US" dirty="0"/>
              <a:t> </a:t>
            </a:r>
            <a:r>
              <a:rPr lang="en-US" dirty="0" err="1"/>
              <a:t>congue</a:t>
            </a:r>
            <a:r>
              <a:rPr lang="en-US" dirty="0"/>
              <a:t> </a:t>
            </a:r>
            <a:r>
              <a:rPr lang="en-US" dirty="0" err="1"/>
              <a:t>justo</a:t>
            </a:r>
            <a:r>
              <a:rPr lang="en-US" dirty="0"/>
              <a:t> non </a:t>
            </a:r>
            <a:r>
              <a:rPr lang="en-US" dirty="0" err="1"/>
              <a:t>nulla</a:t>
            </a:r>
            <a:r>
              <a:rPr lang="en-US" dirty="0"/>
              <a:t> </a:t>
            </a:r>
            <a:r>
              <a:rPr lang="en-US" dirty="0" err="1"/>
              <a:t>fermentum</a:t>
            </a:r>
            <a:r>
              <a:rPr lang="en-US" dirty="0"/>
              <a:t>, vitae </a:t>
            </a:r>
            <a:r>
              <a:rPr lang="en-US" dirty="0" err="1"/>
              <a:t>luctus</a:t>
            </a:r>
            <a:r>
              <a:rPr lang="en-US" dirty="0"/>
              <a:t> </a:t>
            </a:r>
            <a:r>
              <a:rPr lang="en-US" dirty="0" err="1"/>
              <a:t>risus</a:t>
            </a:r>
            <a:r>
              <a:rPr lang="en-US" dirty="0"/>
              <a:t> </a:t>
            </a:r>
            <a:r>
              <a:rPr lang="en-US" dirty="0" err="1"/>
              <a:t>eleifend</a:t>
            </a:r>
            <a:r>
              <a:rPr lang="en-US" dirty="0"/>
              <a:t>. </a:t>
            </a:r>
            <a:r>
              <a:rPr lang="en-US" dirty="0" err="1"/>
              <a:t>Etiam</a:t>
            </a:r>
            <a:r>
              <a:rPr lang="en-US" dirty="0"/>
              <a:t> </a:t>
            </a:r>
            <a:r>
              <a:rPr lang="en-US" dirty="0" err="1"/>
              <a:t>pulvinar</a:t>
            </a:r>
            <a:r>
              <a:rPr lang="en-US" dirty="0"/>
              <a:t> </a:t>
            </a:r>
            <a:r>
              <a:rPr lang="en-US" dirty="0" err="1"/>
              <a:t>sem</a:t>
            </a:r>
            <a:r>
              <a:rPr lang="en-US" dirty="0"/>
              <a:t> </a:t>
            </a:r>
            <a:r>
              <a:rPr lang="en-US" dirty="0" err="1"/>
              <a:t>orci</a:t>
            </a:r>
            <a:r>
              <a:rPr lang="en-US" dirty="0"/>
              <a:t>, </a:t>
            </a:r>
            <a:r>
              <a:rPr lang="en-US" dirty="0" err="1"/>
              <a:t>ut</a:t>
            </a:r>
            <a:r>
              <a:rPr lang="en-US" dirty="0"/>
              <a:t> </a:t>
            </a:r>
            <a:r>
              <a:rPr lang="en-US" dirty="0" err="1"/>
              <a:t>lacinia</a:t>
            </a:r>
            <a:r>
              <a:rPr lang="en-US" dirty="0"/>
              <a:t> </a:t>
            </a:r>
            <a:r>
              <a:rPr lang="en-US" dirty="0" err="1"/>
              <a:t>purus</a:t>
            </a:r>
            <a:r>
              <a:rPr lang="en-US" dirty="0"/>
              <a:t> </a:t>
            </a:r>
            <a:r>
              <a:rPr lang="en-US" dirty="0" err="1"/>
              <a:t>mollis</a:t>
            </a:r>
            <a:r>
              <a:rPr lang="en-US" dirty="0"/>
              <a:t> id. </a:t>
            </a:r>
            <a:br>
              <a:rPr lang="en-US" dirty="0"/>
            </a:br>
            <a:br>
              <a:rPr lang="en-US" dirty="0"/>
            </a:br>
            <a:r>
              <a:rPr lang="en-US" dirty="0"/>
              <a:t>Maecenas sit </a:t>
            </a:r>
            <a:r>
              <a:rPr lang="en-US" dirty="0" err="1"/>
              <a:t>amet</a:t>
            </a:r>
            <a:r>
              <a:rPr lang="en-US" dirty="0"/>
              <a:t> </a:t>
            </a:r>
            <a:r>
              <a:rPr lang="en-US" dirty="0" err="1"/>
              <a:t>facilisis</a:t>
            </a:r>
            <a:r>
              <a:rPr lang="en-US" dirty="0"/>
              <a:t> </a:t>
            </a:r>
            <a:r>
              <a:rPr lang="en-US" dirty="0" err="1"/>
              <a:t>risus</a:t>
            </a:r>
            <a:r>
              <a:rPr lang="en-US" dirty="0"/>
              <a:t>. </a:t>
            </a:r>
            <a:r>
              <a:rPr lang="en-US" dirty="0" err="1"/>
              <a:t>Suspendisse</a:t>
            </a:r>
            <a:r>
              <a:rPr lang="en-US" dirty="0"/>
              <a:t> </a:t>
            </a:r>
            <a:r>
              <a:rPr lang="en-US" dirty="0" err="1"/>
              <a:t>urna</a:t>
            </a:r>
            <a:r>
              <a:rPr lang="en-US" dirty="0"/>
              <a:t> ligula, </a:t>
            </a:r>
            <a:r>
              <a:rPr lang="en-US" dirty="0" err="1"/>
              <a:t>laoreet</a:t>
            </a:r>
            <a:r>
              <a:rPr lang="en-US" dirty="0"/>
              <a:t> </a:t>
            </a:r>
            <a:r>
              <a:rPr lang="en-US" dirty="0" err="1"/>
              <a:t>eu</a:t>
            </a:r>
            <a:r>
              <a:rPr lang="en-US" dirty="0"/>
              <a:t> </a:t>
            </a:r>
            <a:r>
              <a:rPr lang="en-US" dirty="0" err="1"/>
              <a:t>massa</a:t>
            </a:r>
            <a:r>
              <a:rPr lang="en-US" dirty="0"/>
              <a:t>.</a:t>
            </a:r>
          </a:p>
        </p:txBody>
      </p:sp>
    </p:spTree>
    <p:extLst>
      <p:ext uri="{BB962C8B-B14F-4D97-AF65-F5344CB8AC3E}">
        <p14:creationId xmlns:p14="http://schemas.microsoft.com/office/powerpoint/2010/main" val="3394685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ing with one column layout and background">
    <p:spTree>
      <p:nvGrpSpPr>
        <p:cNvPr id="1" name=""/>
        <p:cNvGrpSpPr/>
        <p:nvPr/>
      </p:nvGrpSpPr>
      <p:grpSpPr>
        <a:xfrm>
          <a:off x="0" y="0"/>
          <a:ext cx="0" cy="0"/>
          <a:chOff x="0" y="0"/>
          <a:chExt cx="0" cy="0"/>
        </a:xfrm>
      </p:grpSpPr>
      <p:sp>
        <p:nvSpPr>
          <p:cNvPr id="6" name="Picture Placeholder 4"/>
          <p:cNvSpPr>
            <a:spLocks noGrp="1"/>
          </p:cNvSpPr>
          <p:nvPr>
            <p:ph type="pic" sz="quarter" idx="16"/>
          </p:nvPr>
        </p:nvSpPr>
        <p:spPr>
          <a:xfrm>
            <a:off x="0" y="0"/>
            <a:ext cx="24382413" cy="13716000"/>
          </a:xfrm>
          <a:prstGeom prst="rect">
            <a:avLst/>
          </a:prstGeom>
          <a:pattFill prst="lgCheck">
            <a:fgClr>
              <a:schemeClr val="tx1"/>
            </a:fgClr>
            <a:bgClr>
              <a:schemeClr val="tx1">
                <a:lumMod val="75000"/>
              </a:schemeClr>
            </a:bgClr>
          </a:pattFill>
        </p:spPr>
        <p:txBody>
          <a:bodyPr anchor="t"/>
          <a:lstStyle>
            <a:lvl1pPr marL="0" indent="0" algn="ctr">
              <a:buNone/>
              <a:defRPr sz="2800">
                <a:solidFill>
                  <a:schemeClr val="bg1"/>
                </a:solidFill>
              </a:defRPr>
            </a:lvl1pPr>
          </a:lstStyle>
          <a:p>
            <a:endParaRPr lang="ru-RU"/>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2512268" y="4660047"/>
            <a:ext cx="8598153" cy="3103414"/>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Innovation, Trust</a:t>
            </a:r>
            <a:endParaRPr lang="uk-UA" dirty="0"/>
          </a:p>
        </p:txBody>
      </p:sp>
      <p:sp>
        <p:nvSpPr>
          <p:cNvPr id="8" name="Text Placeholder 3"/>
          <p:cNvSpPr>
            <a:spLocks noGrp="1"/>
          </p:cNvSpPr>
          <p:nvPr>
            <p:ph type="body" sz="quarter" idx="13" hasCustomPrompt="1"/>
          </p:nvPr>
        </p:nvSpPr>
        <p:spPr>
          <a:xfrm>
            <a:off x="12734808" y="4660047"/>
            <a:ext cx="9177455" cy="3693319"/>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Morbi</a:t>
            </a:r>
            <a:r>
              <a:rPr lang="en-US" dirty="0"/>
              <a:t> </a:t>
            </a:r>
            <a:r>
              <a:rPr lang="en-US" dirty="0" err="1"/>
              <a:t>vel</a:t>
            </a:r>
            <a:r>
              <a:rPr lang="en-US" dirty="0"/>
              <a:t> dui quam. </a:t>
            </a:r>
            <a:r>
              <a:rPr lang="en-US" dirty="0" err="1"/>
              <a:t>Donec</a:t>
            </a:r>
            <a:r>
              <a:rPr lang="en-US" dirty="0"/>
              <a:t> id </a:t>
            </a:r>
            <a:r>
              <a:rPr lang="en-US" dirty="0" err="1"/>
              <a:t>massa</a:t>
            </a:r>
            <a:r>
              <a:rPr lang="en-US" dirty="0"/>
              <a:t> sem. </a:t>
            </a:r>
            <a:r>
              <a:rPr lang="en-US" dirty="0" err="1"/>
              <a:t>Suspendisse</a:t>
            </a:r>
            <a:r>
              <a:rPr lang="en-US" dirty="0"/>
              <a:t> </a:t>
            </a:r>
            <a:r>
              <a:rPr lang="en-US" dirty="0" err="1"/>
              <a:t>pulvinar</a:t>
            </a:r>
            <a:r>
              <a:rPr lang="en-US" dirty="0"/>
              <a:t> </a:t>
            </a:r>
            <a:r>
              <a:rPr lang="en-US" dirty="0" err="1"/>
              <a:t>viverra</a:t>
            </a:r>
            <a:r>
              <a:rPr lang="en-US" dirty="0"/>
              <a:t> </a:t>
            </a:r>
            <a:r>
              <a:rPr lang="en-US" dirty="0" err="1"/>
              <a:t>elit</a:t>
            </a:r>
            <a:r>
              <a:rPr lang="en-US" dirty="0"/>
              <a:t>, ac </a:t>
            </a:r>
            <a:r>
              <a:rPr lang="en-US" dirty="0" err="1"/>
              <a:t>euismod</a:t>
            </a:r>
            <a:r>
              <a:rPr lang="en-US" dirty="0"/>
              <a:t> </a:t>
            </a:r>
            <a:r>
              <a:rPr lang="en-US" dirty="0" err="1"/>
              <a:t>nisl</a:t>
            </a:r>
            <a:r>
              <a:rPr lang="en-US" dirty="0"/>
              <a:t> </a:t>
            </a:r>
            <a:r>
              <a:rPr lang="en-US" dirty="0" err="1"/>
              <a:t>lacinia</a:t>
            </a:r>
            <a:r>
              <a:rPr lang="en-US" dirty="0"/>
              <a:t> ac. </a:t>
            </a:r>
            <a:r>
              <a:rPr lang="en-US" dirty="0" err="1"/>
              <a:t>Fusce</a:t>
            </a:r>
            <a:r>
              <a:rPr lang="en-US" dirty="0"/>
              <a:t> </a:t>
            </a:r>
            <a:r>
              <a:rPr lang="en-US" dirty="0" err="1"/>
              <a:t>velit</a:t>
            </a:r>
            <a:r>
              <a:rPr lang="en-US" dirty="0"/>
              <a:t> </a:t>
            </a:r>
            <a:r>
              <a:rPr lang="en-US" dirty="0" err="1"/>
              <a:t>odio</a:t>
            </a:r>
            <a:r>
              <a:rPr lang="en-US" dirty="0"/>
              <a:t>, </a:t>
            </a:r>
            <a:r>
              <a:rPr lang="en-US" dirty="0" err="1"/>
              <a:t>hendrerit</a:t>
            </a:r>
            <a:r>
              <a:rPr lang="uk-UA" dirty="0"/>
              <a:t>.</a:t>
            </a:r>
            <a:br>
              <a:rPr lang="uk-UA" dirty="0"/>
            </a:br>
            <a:br>
              <a:rPr lang="uk-UA" dirty="0"/>
            </a:br>
            <a:r>
              <a:rPr lang="en-US" dirty="0"/>
              <a:t>In </a:t>
            </a:r>
            <a:r>
              <a:rPr lang="en-US" dirty="0" err="1"/>
              <a:t>nec</a:t>
            </a:r>
            <a:r>
              <a:rPr lang="en-US" dirty="0"/>
              <a:t> </a:t>
            </a:r>
            <a:r>
              <a:rPr lang="en-US" dirty="0" err="1"/>
              <a:t>suscipit</a:t>
            </a:r>
            <a:r>
              <a:rPr lang="en-US" dirty="0"/>
              <a:t> </a:t>
            </a:r>
            <a:r>
              <a:rPr lang="en-US" dirty="0" err="1"/>
              <a:t>neque</a:t>
            </a:r>
            <a:r>
              <a:rPr lang="en-US" dirty="0"/>
              <a:t>. </a:t>
            </a:r>
            <a:r>
              <a:rPr lang="en-US" dirty="0" err="1"/>
              <a:t>Nulla</a:t>
            </a:r>
            <a:r>
              <a:rPr lang="en-US" dirty="0"/>
              <a:t> </a:t>
            </a:r>
            <a:r>
              <a:rPr lang="en-US" dirty="0" err="1"/>
              <a:t>tincidunt</a:t>
            </a:r>
            <a:r>
              <a:rPr lang="en-US" dirty="0"/>
              <a:t> </a:t>
            </a:r>
            <a:r>
              <a:rPr lang="en-US" dirty="0" err="1"/>
              <a:t>mattis</a:t>
            </a:r>
            <a:r>
              <a:rPr lang="en-US" dirty="0"/>
              <a:t> </a:t>
            </a:r>
            <a:r>
              <a:rPr lang="en-US" dirty="0" err="1"/>
              <a:t>diam</a:t>
            </a:r>
            <a:r>
              <a:rPr lang="en-US" dirty="0"/>
              <a:t>, sit </a:t>
            </a:r>
            <a:r>
              <a:rPr lang="en-US" dirty="0" err="1"/>
              <a:t>amet</a:t>
            </a:r>
            <a:r>
              <a:rPr lang="en-US" dirty="0"/>
              <a:t> </a:t>
            </a:r>
            <a:r>
              <a:rPr lang="en-US" dirty="0" err="1"/>
              <a:t>rhoncus</a:t>
            </a:r>
            <a:r>
              <a:rPr lang="en-US" dirty="0"/>
              <a:t> </a:t>
            </a:r>
            <a:r>
              <a:rPr lang="en-US" dirty="0" err="1"/>
              <a:t>nisl</a:t>
            </a:r>
            <a:r>
              <a:rPr lang="en-US" dirty="0"/>
              <a:t>. </a:t>
            </a:r>
            <a:r>
              <a:rPr lang="en-US" dirty="0" err="1"/>
              <a:t>Nulla</a:t>
            </a:r>
            <a:r>
              <a:rPr lang="en-US" dirty="0"/>
              <a:t> id </a:t>
            </a:r>
            <a:r>
              <a:rPr lang="en-US" dirty="0" err="1"/>
              <a:t>rutrum</a:t>
            </a:r>
            <a:r>
              <a:rPr lang="en-US" dirty="0"/>
              <a:t>.</a:t>
            </a:r>
          </a:p>
        </p:txBody>
      </p:sp>
    </p:spTree>
    <p:extLst>
      <p:ext uri="{BB962C8B-B14F-4D97-AF65-F5344CB8AC3E}">
        <p14:creationId xmlns:p14="http://schemas.microsoft.com/office/powerpoint/2010/main" val="977249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ing with multi column layou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420884" y="4660047"/>
            <a:ext cx="7529441" cy="3103414"/>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Think different</a:t>
            </a:r>
            <a:endParaRPr lang="uk-UA" dirty="0"/>
          </a:p>
        </p:txBody>
      </p:sp>
      <p:sp>
        <p:nvSpPr>
          <p:cNvPr id="8" name="Text Placeholder 3"/>
          <p:cNvSpPr>
            <a:spLocks noGrp="1"/>
          </p:cNvSpPr>
          <p:nvPr>
            <p:ph type="body" sz="quarter" idx="13" hasCustomPrompt="1"/>
          </p:nvPr>
        </p:nvSpPr>
        <p:spPr>
          <a:xfrm>
            <a:off x="10571163" y="4660047"/>
            <a:ext cx="12402987" cy="3818791"/>
          </a:xfrm>
          <a:prstGeom prst="rect">
            <a:avLst/>
          </a:prstGeom>
          <a:noFill/>
          <a:ln w="25400">
            <a:noFill/>
          </a:ln>
        </p:spPr>
        <p:txBody>
          <a:bodyPr wrap="square" lIns="0" tIns="0" rIns="0" bIns="0" numCol="2" spcCol="1080000">
            <a:no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Donec</a:t>
            </a:r>
            <a:r>
              <a:rPr lang="en-US" dirty="0"/>
              <a:t> </a:t>
            </a:r>
            <a:r>
              <a:rPr lang="en-US" dirty="0" err="1"/>
              <a:t>tempor</a:t>
            </a:r>
            <a:r>
              <a:rPr lang="en-US" dirty="0"/>
              <a:t> non ligula a </a:t>
            </a:r>
            <a:r>
              <a:rPr lang="en-US" dirty="0" err="1"/>
              <a:t>fermentum</a:t>
            </a:r>
            <a:r>
              <a:rPr lang="en-US" dirty="0"/>
              <a:t>. </a:t>
            </a:r>
            <a:r>
              <a:rPr lang="en-US" dirty="0" err="1"/>
              <a:t>Nullam</a:t>
            </a:r>
            <a:r>
              <a:rPr lang="en-US" dirty="0"/>
              <a:t> </a:t>
            </a:r>
            <a:r>
              <a:rPr lang="en-US" dirty="0" err="1"/>
              <a:t>quis</a:t>
            </a:r>
            <a:r>
              <a:rPr lang="en-US" dirty="0"/>
              <a:t> ante </a:t>
            </a:r>
            <a:r>
              <a:rPr lang="en-US" dirty="0" err="1"/>
              <a:t>nisl</a:t>
            </a:r>
            <a:r>
              <a:rPr lang="en-US" dirty="0"/>
              <a:t>. </a:t>
            </a:r>
            <a:r>
              <a:rPr lang="en-US" dirty="0" err="1"/>
              <a:t>Duis</a:t>
            </a:r>
            <a:r>
              <a:rPr lang="en-US" dirty="0"/>
              <a:t> in </a:t>
            </a:r>
            <a:r>
              <a:rPr lang="en-US" dirty="0" err="1"/>
              <a:t>euismod</a:t>
            </a:r>
            <a:r>
              <a:rPr lang="en-US" dirty="0"/>
              <a:t> </a:t>
            </a:r>
            <a:r>
              <a:rPr lang="en-US" dirty="0" err="1"/>
              <a:t>elit</a:t>
            </a:r>
            <a:r>
              <a:rPr lang="en-US" dirty="0"/>
              <a:t>. </a:t>
            </a:r>
            <a:r>
              <a:rPr lang="en-US" dirty="0" err="1"/>
              <a:t>Sed</a:t>
            </a:r>
            <a:r>
              <a:rPr lang="en-US" dirty="0"/>
              <a:t> non ipsum </a:t>
            </a:r>
            <a:r>
              <a:rPr lang="en-US" dirty="0" err="1"/>
              <a:t>eget</a:t>
            </a:r>
            <a:r>
              <a:rPr lang="en-US" dirty="0"/>
              <a:t> </a:t>
            </a:r>
            <a:r>
              <a:rPr lang="en-US" dirty="0" err="1"/>
              <a:t>turpis</a:t>
            </a:r>
            <a:r>
              <a:rPr lang="en-US" dirty="0"/>
              <a:t> </a:t>
            </a:r>
            <a:r>
              <a:rPr lang="en-US" dirty="0" err="1"/>
              <a:t>placerat</a:t>
            </a:r>
            <a:r>
              <a:rPr lang="en-US" dirty="0"/>
              <a:t> </a:t>
            </a:r>
            <a:r>
              <a:rPr lang="en-US" dirty="0" err="1"/>
              <a:t>iaculis</a:t>
            </a:r>
            <a:r>
              <a:rPr lang="en-US" dirty="0"/>
              <a:t>. </a:t>
            </a:r>
            <a:r>
              <a:rPr lang="en-US" dirty="0" err="1"/>
              <a:t>Cras</a:t>
            </a:r>
            <a:r>
              <a:rPr lang="en-US" dirty="0"/>
              <a:t> pharetra </a:t>
            </a:r>
            <a:r>
              <a:rPr lang="en-US" dirty="0" err="1"/>
              <a:t>tellus</a:t>
            </a:r>
            <a:r>
              <a:rPr lang="en-US" dirty="0"/>
              <a:t> </a:t>
            </a:r>
            <a:r>
              <a:rPr lang="en-US" dirty="0" err="1"/>
              <a:t>diam</a:t>
            </a:r>
            <a:r>
              <a:rPr lang="en-US" dirty="0"/>
              <a:t>, id </a:t>
            </a:r>
            <a:r>
              <a:rPr lang="en-US" dirty="0" err="1"/>
              <a:t>scelerisque</a:t>
            </a:r>
            <a:r>
              <a:rPr lang="en-US" dirty="0"/>
              <a:t> lacus pharetra sit </a:t>
            </a:r>
            <a:r>
              <a:rPr lang="en-US" dirty="0" err="1"/>
              <a:t>amet</a:t>
            </a:r>
            <a:r>
              <a:rPr lang="en-US" dirty="0"/>
              <a:t>. </a:t>
            </a:r>
            <a:r>
              <a:rPr lang="en-US" dirty="0" err="1"/>
              <a:t>Nullam</a:t>
            </a:r>
            <a:r>
              <a:rPr lang="en-US" dirty="0"/>
              <a:t> </a:t>
            </a:r>
            <a:r>
              <a:rPr lang="en-US" dirty="0" err="1"/>
              <a:t>feugiat</a:t>
            </a:r>
            <a:r>
              <a:rPr lang="en-US" dirty="0"/>
              <a:t> </a:t>
            </a:r>
            <a:r>
              <a:rPr lang="en-US" dirty="0" err="1"/>
              <a:t>efficitur</a:t>
            </a:r>
            <a:r>
              <a:rPr lang="en-US" dirty="0"/>
              <a:t> </a:t>
            </a:r>
            <a:r>
              <a:rPr lang="en-US" dirty="0" err="1"/>
              <a:t>felis</a:t>
            </a:r>
            <a:r>
              <a:rPr lang="en-US" dirty="0"/>
              <a:t>, </a:t>
            </a:r>
            <a:r>
              <a:rPr lang="en-US" dirty="0" err="1"/>
              <a:t>vel</a:t>
            </a:r>
            <a:r>
              <a:rPr lang="en-US" dirty="0"/>
              <a:t> </a:t>
            </a:r>
            <a:r>
              <a:rPr lang="en-US" dirty="0" err="1"/>
              <a:t>pulvinar</a:t>
            </a:r>
            <a:r>
              <a:rPr lang="en-US" dirty="0"/>
              <a:t> ipsum </a:t>
            </a:r>
            <a:r>
              <a:rPr lang="en-US" dirty="0" err="1"/>
              <a:t>feugiat</a:t>
            </a:r>
            <a:r>
              <a:rPr lang="en-US" dirty="0"/>
              <a:t> at. </a:t>
            </a:r>
            <a:r>
              <a:rPr lang="en-US" dirty="0" err="1"/>
              <a:t>Nullam</a:t>
            </a:r>
            <a:r>
              <a:rPr lang="en-US" dirty="0"/>
              <a:t> </a:t>
            </a:r>
            <a:r>
              <a:rPr lang="en-US" dirty="0" err="1"/>
              <a:t>mauris</a:t>
            </a:r>
            <a:r>
              <a:rPr lang="en-US" dirty="0"/>
              <a:t> </a:t>
            </a:r>
            <a:r>
              <a:rPr lang="en-US" dirty="0" err="1"/>
              <a:t>risus</a:t>
            </a:r>
            <a:r>
              <a:rPr lang="en-US" dirty="0"/>
              <a:t>, </a:t>
            </a:r>
            <a:r>
              <a:rPr lang="en-US" dirty="0" err="1"/>
              <a:t>pulvinar</a:t>
            </a:r>
            <a:r>
              <a:rPr lang="en-US" dirty="0"/>
              <a:t> </a:t>
            </a:r>
            <a:r>
              <a:rPr lang="en-US" dirty="0" err="1"/>
              <a:t>porttitor</a:t>
            </a:r>
            <a:r>
              <a:rPr lang="en-US" dirty="0"/>
              <a:t> </a:t>
            </a:r>
            <a:r>
              <a:rPr lang="en-US" dirty="0" err="1"/>
              <a:t>justo</a:t>
            </a:r>
            <a:r>
              <a:rPr lang="en-US" dirty="0"/>
              <a:t> </a:t>
            </a:r>
            <a:r>
              <a:rPr lang="en-US" dirty="0" err="1"/>
              <a:t>vel</a:t>
            </a:r>
            <a:r>
              <a:rPr lang="en-US" dirty="0"/>
              <a:t>, </a:t>
            </a:r>
            <a:r>
              <a:rPr lang="en-US" dirty="0" err="1"/>
              <a:t>sodales</a:t>
            </a:r>
            <a:r>
              <a:rPr lang="en-US" dirty="0"/>
              <a:t>. </a:t>
            </a:r>
          </a:p>
        </p:txBody>
      </p:sp>
    </p:spTree>
    <p:extLst>
      <p:ext uri="{BB962C8B-B14F-4D97-AF65-F5344CB8AC3E}">
        <p14:creationId xmlns:p14="http://schemas.microsoft.com/office/powerpoint/2010/main" val="259126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ing with multi column layout and background">
    <p:spTree>
      <p:nvGrpSpPr>
        <p:cNvPr id="1" name=""/>
        <p:cNvGrpSpPr/>
        <p:nvPr/>
      </p:nvGrpSpPr>
      <p:grpSpPr>
        <a:xfrm>
          <a:off x="0" y="0"/>
          <a:ext cx="0" cy="0"/>
          <a:chOff x="0" y="0"/>
          <a:chExt cx="0" cy="0"/>
        </a:xfrm>
      </p:grpSpPr>
      <p:sp>
        <p:nvSpPr>
          <p:cNvPr id="6" name="Picture Placeholder 4"/>
          <p:cNvSpPr>
            <a:spLocks noGrp="1"/>
          </p:cNvSpPr>
          <p:nvPr>
            <p:ph type="pic" sz="quarter" idx="16"/>
          </p:nvPr>
        </p:nvSpPr>
        <p:spPr>
          <a:xfrm>
            <a:off x="0" y="0"/>
            <a:ext cx="24382413" cy="13716000"/>
          </a:xfrm>
          <a:prstGeom prst="rect">
            <a:avLst/>
          </a:prstGeom>
          <a:pattFill prst="lgCheck">
            <a:fgClr>
              <a:schemeClr val="tx1"/>
            </a:fgClr>
            <a:bgClr>
              <a:schemeClr val="tx1">
                <a:lumMod val="75000"/>
              </a:schemeClr>
            </a:bgClr>
          </a:pattFill>
        </p:spPr>
        <p:txBody>
          <a:bodyPr anchor="t"/>
          <a:lstStyle>
            <a:lvl1pPr marL="0" indent="0" algn="ctr">
              <a:buNone/>
              <a:defRPr sz="2800">
                <a:solidFill>
                  <a:schemeClr val="bg1"/>
                </a:solidFill>
              </a:defRPr>
            </a:lvl1pPr>
          </a:lstStyle>
          <a:p>
            <a:endParaRPr lang="ru-RU"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0571163" y="3520709"/>
            <a:ext cx="12420600"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There's only one</a:t>
            </a:r>
            <a:endParaRPr lang="uk-UA" dirty="0"/>
          </a:p>
        </p:txBody>
      </p:sp>
      <p:sp>
        <p:nvSpPr>
          <p:cNvPr id="9" name="Text Placeholder 3"/>
          <p:cNvSpPr>
            <a:spLocks noGrp="1"/>
          </p:cNvSpPr>
          <p:nvPr>
            <p:ph type="body" sz="quarter" idx="13" hasCustomPrompt="1"/>
          </p:nvPr>
        </p:nvSpPr>
        <p:spPr>
          <a:xfrm>
            <a:off x="10571163" y="5860197"/>
            <a:ext cx="12402987" cy="3818791"/>
          </a:xfrm>
          <a:prstGeom prst="rect">
            <a:avLst/>
          </a:prstGeom>
          <a:noFill/>
          <a:ln w="25400">
            <a:noFill/>
          </a:ln>
        </p:spPr>
        <p:txBody>
          <a:bodyPr wrap="square" lIns="0" tIns="0" rIns="0" bIns="0" numCol="2" spcCol="1080000">
            <a:no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Cras</a:t>
            </a:r>
            <a:r>
              <a:rPr lang="en-US" dirty="0"/>
              <a:t> </a:t>
            </a:r>
            <a:r>
              <a:rPr lang="en-US" dirty="0" err="1"/>
              <a:t>vestibulum</a:t>
            </a:r>
            <a:r>
              <a:rPr lang="en-US" dirty="0"/>
              <a:t> a </a:t>
            </a:r>
            <a:r>
              <a:rPr lang="en-US" dirty="0" err="1"/>
              <a:t>urna</a:t>
            </a:r>
            <a:r>
              <a:rPr lang="en-US" dirty="0"/>
              <a:t> </a:t>
            </a:r>
            <a:r>
              <a:rPr lang="en-US" dirty="0" err="1"/>
              <a:t>quis</a:t>
            </a:r>
            <a:r>
              <a:rPr lang="en-US" dirty="0"/>
              <a:t> cursus. </a:t>
            </a:r>
            <a:r>
              <a:rPr lang="en-US" dirty="0" err="1"/>
              <a:t>Mauris</a:t>
            </a:r>
            <a:r>
              <a:rPr lang="en-US" dirty="0"/>
              <a:t> </a:t>
            </a:r>
            <a:r>
              <a:rPr lang="en-US" dirty="0" err="1"/>
              <a:t>luctus</a:t>
            </a:r>
            <a:r>
              <a:rPr lang="en-US" dirty="0"/>
              <a:t> </a:t>
            </a:r>
            <a:r>
              <a:rPr lang="en-US" dirty="0" err="1"/>
              <a:t>orci</a:t>
            </a:r>
            <a:r>
              <a:rPr lang="en-US" dirty="0"/>
              <a:t> in ex </a:t>
            </a:r>
            <a:r>
              <a:rPr lang="en-US" dirty="0" err="1"/>
              <a:t>dapibus</a:t>
            </a:r>
            <a:r>
              <a:rPr lang="en-US" dirty="0"/>
              <a:t>, vitae </a:t>
            </a:r>
            <a:r>
              <a:rPr lang="en-US" dirty="0" err="1"/>
              <a:t>luctus</a:t>
            </a:r>
            <a:r>
              <a:rPr lang="en-US" dirty="0"/>
              <a:t> </a:t>
            </a:r>
            <a:r>
              <a:rPr lang="en-US" dirty="0" err="1"/>
              <a:t>erat</a:t>
            </a:r>
            <a:r>
              <a:rPr lang="en-US" dirty="0"/>
              <a:t> </a:t>
            </a:r>
            <a:r>
              <a:rPr lang="en-US" dirty="0" err="1"/>
              <a:t>ultricies</a:t>
            </a:r>
            <a:r>
              <a:rPr lang="en-US" dirty="0"/>
              <a:t>. </a:t>
            </a:r>
            <a:r>
              <a:rPr lang="en-US" dirty="0" err="1"/>
              <a:t>Nulla</a:t>
            </a:r>
            <a:r>
              <a:rPr lang="en-US" dirty="0"/>
              <a:t> </a:t>
            </a:r>
            <a:r>
              <a:rPr lang="en-US" dirty="0" err="1"/>
              <a:t>eu</a:t>
            </a:r>
            <a:r>
              <a:rPr lang="en-US" dirty="0"/>
              <a:t> </a:t>
            </a:r>
            <a:r>
              <a:rPr lang="en-US" dirty="0" err="1"/>
              <a:t>dapibus</a:t>
            </a:r>
            <a:r>
              <a:rPr lang="en-US" dirty="0"/>
              <a:t> lacus, </a:t>
            </a:r>
            <a:r>
              <a:rPr lang="en-US" dirty="0" err="1"/>
              <a:t>eget</a:t>
            </a:r>
            <a:r>
              <a:rPr lang="en-US" dirty="0"/>
              <a:t> </a:t>
            </a:r>
            <a:r>
              <a:rPr lang="en-US" dirty="0" err="1"/>
              <a:t>efficitur</a:t>
            </a:r>
            <a:r>
              <a:rPr lang="en-US" dirty="0"/>
              <a:t> nisi. </a:t>
            </a:r>
            <a:r>
              <a:rPr lang="en-US" dirty="0" err="1"/>
              <a:t>Curabitur</a:t>
            </a:r>
            <a:r>
              <a:rPr lang="en-US" dirty="0"/>
              <a:t> at </a:t>
            </a:r>
            <a:r>
              <a:rPr lang="en-US" dirty="0" err="1"/>
              <a:t>velit</a:t>
            </a:r>
            <a:r>
              <a:rPr lang="en-US" dirty="0"/>
              <a:t> vitae </a:t>
            </a:r>
            <a:r>
              <a:rPr lang="en-US" dirty="0" err="1"/>
              <a:t>augue</a:t>
            </a:r>
            <a:r>
              <a:rPr lang="en-US" dirty="0"/>
              <a:t> </a:t>
            </a:r>
            <a:r>
              <a:rPr lang="en-US" dirty="0" err="1"/>
              <a:t>finibus</a:t>
            </a:r>
            <a:r>
              <a:rPr lang="en-US" dirty="0"/>
              <a:t> </a:t>
            </a:r>
            <a:r>
              <a:rPr lang="en-US" dirty="0" err="1"/>
              <a:t>condimentum</a:t>
            </a:r>
            <a:r>
              <a:rPr lang="en-US" dirty="0"/>
              <a:t>. </a:t>
            </a:r>
            <a:r>
              <a:rPr lang="en-US" dirty="0" err="1"/>
              <a:t>Donec</a:t>
            </a:r>
            <a:r>
              <a:rPr lang="en-US" dirty="0"/>
              <a:t> </a:t>
            </a:r>
            <a:r>
              <a:rPr lang="en-US" dirty="0" err="1"/>
              <a:t>posuere</a:t>
            </a:r>
            <a:r>
              <a:rPr lang="en-US" dirty="0"/>
              <a:t> </a:t>
            </a:r>
            <a:r>
              <a:rPr lang="en-US" dirty="0" err="1"/>
              <a:t>arcu</a:t>
            </a:r>
            <a:r>
              <a:rPr lang="en-US" dirty="0"/>
              <a:t> vitae </a:t>
            </a:r>
            <a:r>
              <a:rPr lang="en-US" dirty="0" err="1"/>
              <a:t>lobortis</a:t>
            </a:r>
            <a:r>
              <a:rPr lang="en-US" dirty="0"/>
              <a:t> </a:t>
            </a:r>
            <a:r>
              <a:rPr lang="en-US" dirty="0" err="1"/>
              <a:t>placerat</a:t>
            </a:r>
            <a:r>
              <a:rPr lang="en-US" dirty="0"/>
              <a:t>. </a:t>
            </a:r>
            <a:r>
              <a:rPr lang="en-US" dirty="0" err="1"/>
              <a:t>Etiam</a:t>
            </a:r>
            <a:r>
              <a:rPr lang="en-US" dirty="0"/>
              <a:t> </a:t>
            </a:r>
            <a:r>
              <a:rPr lang="en-US" dirty="0" err="1"/>
              <a:t>vehicula</a:t>
            </a:r>
            <a:r>
              <a:rPr lang="en-US" dirty="0"/>
              <a:t> </a:t>
            </a:r>
            <a:r>
              <a:rPr lang="en-US" dirty="0" err="1"/>
              <a:t>auctor</a:t>
            </a:r>
            <a:r>
              <a:rPr lang="en-US" dirty="0"/>
              <a:t> </a:t>
            </a:r>
            <a:r>
              <a:rPr lang="en-US" dirty="0" err="1"/>
              <a:t>est</a:t>
            </a:r>
            <a:r>
              <a:rPr lang="en-US" dirty="0"/>
              <a:t>, </a:t>
            </a:r>
            <a:r>
              <a:rPr lang="en-US" dirty="0" err="1"/>
              <a:t>vel</a:t>
            </a:r>
            <a:r>
              <a:rPr lang="en-US" dirty="0"/>
              <a:t> </a:t>
            </a:r>
            <a:r>
              <a:rPr lang="en-US" dirty="0" err="1"/>
              <a:t>blandit</a:t>
            </a:r>
            <a:r>
              <a:rPr lang="en-US" dirty="0"/>
              <a:t> lorem gravida sed. </a:t>
            </a:r>
            <a:r>
              <a:rPr lang="en-US" dirty="0" err="1"/>
              <a:t>Aliquam</a:t>
            </a:r>
            <a:r>
              <a:rPr lang="en-US" dirty="0"/>
              <a:t> sit. </a:t>
            </a:r>
          </a:p>
        </p:txBody>
      </p:sp>
    </p:spTree>
    <p:extLst>
      <p:ext uri="{BB962C8B-B14F-4D97-AF65-F5344CB8AC3E}">
        <p14:creationId xmlns:p14="http://schemas.microsoft.com/office/powerpoint/2010/main" val="3141868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slide collage - 1">
    <p:spTree>
      <p:nvGrpSpPr>
        <p:cNvPr id="1" name=""/>
        <p:cNvGrpSpPr/>
        <p:nvPr/>
      </p:nvGrpSpPr>
      <p:grpSpPr>
        <a:xfrm>
          <a:off x="0" y="0"/>
          <a:ext cx="0" cy="0"/>
          <a:chOff x="0" y="0"/>
          <a:chExt cx="0" cy="0"/>
        </a:xfrm>
      </p:grpSpPr>
      <p:sp>
        <p:nvSpPr>
          <p:cNvPr id="10" name="Picture Placeholder 9"/>
          <p:cNvSpPr>
            <a:spLocks noGrp="1"/>
          </p:cNvSpPr>
          <p:nvPr>
            <p:ph type="pic" sz="quarter" idx="16"/>
          </p:nvPr>
        </p:nvSpPr>
        <p:spPr>
          <a:xfrm>
            <a:off x="12190413" y="4157663"/>
            <a:ext cx="10784255" cy="5940425"/>
          </a:xfrm>
          <a:custGeom>
            <a:avLst/>
            <a:gdLst>
              <a:gd name="connsiteX0" fmla="*/ 0 w 10784255"/>
              <a:gd name="connsiteY0" fmla="*/ 0 h 5940425"/>
              <a:gd name="connsiteX1" fmla="*/ 10784255 w 10784255"/>
              <a:gd name="connsiteY1" fmla="*/ 0 h 5940425"/>
              <a:gd name="connsiteX2" fmla="*/ 10784255 w 10784255"/>
              <a:gd name="connsiteY2" fmla="*/ 5940425 h 5940425"/>
              <a:gd name="connsiteX3" fmla="*/ 0 w 10784255"/>
              <a:gd name="connsiteY3" fmla="*/ 5940425 h 5940425"/>
            </a:gdLst>
            <a:ahLst/>
            <a:cxnLst>
              <a:cxn ang="0">
                <a:pos x="connsiteX0" y="connsiteY0"/>
              </a:cxn>
              <a:cxn ang="0">
                <a:pos x="connsiteX1" y="connsiteY1"/>
              </a:cxn>
              <a:cxn ang="0">
                <a:pos x="connsiteX2" y="connsiteY2"/>
              </a:cxn>
              <a:cxn ang="0">
                <a:pos x="connsiteX3" y="connsiteY3"/>
              </a:cxn>
            </a:cxnLst>
            <a:rect l="l" t="t" r="r" b="b"/>
            <a:pathLst>
              <a:path w="10784255" h="5940425">
                <a:moveTo>
                  <a:pt x="0" y="0"/>
                </a:moveTo>
                <a:lnTo>
                  <a:pt x="10784255" y="0"/>
                </a:lnTo>
                <a:lnTo>
                  <a:pt x="10784255" y="5940425"/>
                </a:lnTo>
                <a:lnTo>
                  <a:pt x="0" y="5940425"/>
                </a:lnTo>
                <a:close/>
              </a:path>
            </a:pathLst>
          </a:custGeom>
          <a:pattFill prst="lgCheck">
            <a:fgClr>
              <a:schemeClr val="tx1"/>
            </a:fgClr>
            <a:bgClr>
              <a:schemeClr val="tx1">
                <a:lumMod val="75000"/>
              </a:schemeClr>
            </a:bgClr>
          </a:pattFill>
        </p:spPr>
        <p:txBody>
          <a:bodyPr wrap="square" anchor="ctr">
            <a:noAutofit/>
          </a:bodyP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408112" y="4092209"/>
            <a:ext cx="8635547"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About us</a:t>
            </a:r>
            <a:endParaRPr lang="uk-UA" dirty="0"/>
          </a:p>
        </p:txBody>
      </p:sp>
      <p:sp>
        <p:nvSpPr>
          <p:cNvPr id="9" name="Text Placeholder 3"/>
          <p:cNvSpPr>
            <a:spLocks noGrp="1"/>
          </p:cNvSpPr>
          <p:nvPr>
            <p:ph type="body" sz="quarter" idx="13" hasCustomPrompt="1"/>
          </p:nvPr>
        </p:nvSpPr>
        <p:spPr>
          <a:xfrm>
            <a:off x="1408112" y="6393597"/>
            <a:ext cx="8623301" cy="3693319"/>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Donec</a:t>
            </a:r>
            <a:r>
              <a:rPr lang="en-US" dirty="0"/>
              <a:t> </a:t>
            </a:r>
            <a:r>
              <a:rPr lang="en-US" dirty="0" err="1"/>
              <a:t>tempor</a:t>
            </a:r>
            <a:r>
              <a:rPr lang="en-US" dirty="0"/>
              <a:t> non ligula a </a:t>
            </a:r>
            <a:r>
              <a:rPr lang="en-US" dirty="0" err="1"/>
              <a:t>fermentum</a:t>
            </a:r>
            <a:r>
              <a:rPr lang="en-US" dirty="0"/>
              <a:t>. </a:t>
            </a:r>
            <a:r>
              <a:rPr lang="en-US" dirty="0" err="1"/>
              <a:t>Nullam</a:t>
            </a:r>
            <a:r>
              <a:rPr lang="en-US" dirty="0"/>
              <a:t> </a:t>
            </a:r>
            <a:r>
              <a:rPr lang="en-US" dirty="0" err="1"/>
              <a:t>quis</a:t>
            </a:r>
            <a:r>
              <a:rPr lang="en-US" dirty="0"/>
              <a:t> ante </a:t>
            </a:r>
            <a:r>
              <a:rPr lang="en-US" dirty="0" err="1"/>
              <a:t>nisl</a:t>
            </a:r>
            <a:r>
              <a:rPr lang="en-US" dirty="0"/>
              <a:t>. </a:t>
            </a:r>
            <a:r>
              <a:rPr lang="en-US" dirty="0" err="1"/>
              <a:t>Duis</a:t>
            </a:r>
            <a:r>
              <a:rPr lang="en-US" dirty="0"/>
              <a:t> in </a:t>
            </a:r>
            <a:r>
              <a:rPr lang="en-US" dirty="0" err="1"/>
              <a:t>euismod</a:t>
            </a:r>
            <a:r>
              <a:rPr lang="en-US" dirty="0"/>
              <a:t> </a:t>
            </a:r>
            <a:r>
              <a:rPr lang="en-US" dirty="0" err="1"/>
              <a:t>elit</a:t>
            </a:r>
            <a:r>
              <a:rPr lang="en-US" dirty="0"/>
              <a:t>. </a:t>
            </a:r>
            <a:r>
              <a:rPr lang="en-US" dirty="0" err="1"/>
              <a:t>Sed</a:t>
            </a:r>
            <a:r>
              <a:rPr lang="en-US" dirty="0"/>
              <a:t> non ipsum </a:t>
            </a:r>
            <a:r>
              <a:rPr lang="en-US" dirty="0" err="1"/>
              <a:t>eget</a:t>
            </a:r>
            <a:r>
              <a:rPr lang="en-US" dirty="0"/>
              <a:t> </a:t>
            </a:r>
            <a:r>
              <a:rPr lang="en-US" dirty="0" err="1"/>
              <a:t>turpis</a:t>
            </a:r>
            <a:r>
              <a:rPr lang="en-US" dirty="0"/>
              <a:t> </a:t>
            </a:r>
            <a:r>
              <a:rPr lang="en-US" dirty="0" err="1"/>
              <a:t>placerat</a:t>
            </a:r>
            <a:r>
              <a:rPr lang="en-US" dirty="0"/>
              <a:t> </a:t>
            </a:r>
            <a:r>
              <a:rPr lang="en-US" dirty="0" err="1"/>
              <a:t>iaculis</a:t>
            </a:r>
            <a:r>
              <a:rPr lang="en-US" dirty="0"/>
              <a:t>. </a:t>
            </a:r>
            <a:r>
              <a:rPr lang="en-US" dirty="0" err="1"/>
              <a:t>Cras</a:t>
            </a:r>
            <a:r>
              <a:rPr lang="en-US" dirty="0"/>
              <a:t> pharetra </a:t>
            </a:r>
            <a:r>
              <a:rPr lang="en-US" dirty="0" err="1"/>
              <a:t>tellus</a:t>
            </a:r>
            <a:r>
              <a:rPr lang="en-US" dirty="0"/>
              <a:t> </a:t>
            </a:r>
            <a:r>
              <a:rPr lang="en-US" dirty="0" err="1"/>
              <a:t>diam</a:t>
            </a:r>
            <a:r>
              <a:rPr lang="en-US" dirty="0"/>
              <a:t>, id </a:t>
            </a:r>
            <a:r>
              <a:rPr lang="en-US" dirty="0" err="1"/>
              <a:t>scelerisque</a:t>
            </a:r>
            <a:r>
              <a:rPr lang="en-US" dirty="0"/>
              <a:t> lacus pharetra sit </a:t>
            </a:r>
            <a:r>
              <a:rPr lang="en-US" dirty="0" err="1"/>
              <a:t>amet</a:t>
            </a:r>
            <a:r>
              <a:rPr lang="en-US" dirty="0"/>
              <a:t>. </a:t>
            </a:r>
            <a:r>
              <a:rPr lang="en-US" dirty="0" err="1"/>
              <a:t>Nullam</a:t>
            </a:r>
            <a:r>
              <a:rPr lang="en-US" dirty="0"/>
              <a:t> </a:t>
            </a:r>
            <a:r>
              <a:rPr lang="en-US" dirty="0" err="1"/>
              <a:t>feugiat</a:t>
            </a:r>
            <a:r>
              <a:rPr lang="en-US" dirty="0"/>
              <a:t> </a:t>
            </a:r>
            <a:r>
              <a:rPr lang="en-US" dirty="0" err="1"/>
              <a:t>efficitur</a:t>
            </a:r>
            <a:r>
              <a:rPr lang="en-US" dirty="0"/>
              <a:t> </a:t>
            </a:r>
            <a:r>
              <a:rPr lang="en-US" dirty="0" err="1"/>
              <a:t>felis</a:t>
            </a:r>
            <a:r>
              <a:rPr lang="en-US" dirty="0"/>
              <a:t>, </a:t>
            </a:r>
            <a:r>
              <a:rPr lang="en-US" dirty="0" err="1"/>
              <a:t>vel</a:t>
            </a:r>
            <a:r>
              <a:rPr lang="en-US" dirty="0"/>
              <a:t> </a:t>
            </a:r>
            <a:r>
              <a:rPr lang="en-US" dirty="0" err="1"/>
              <a:t>eget</a:t>
            </a:r>
            <a:r>
              <a:rPr lang="en-US" dirty="0"/>
              <a:t> </a:t>
            </a:r>
            <a:r>
              <a:rPr lang="en-US" dirty="0" err="1"/>
              <a:t>turpis</a:t>
            </a:r>
            <a:r>
              <a:rPr lang="en-US" dirty="0"/>
              <a:t>. </a:t>
            </a:r>
          </a:p>
        </p:txBody>
      </p:sp>
    </p:spTree>
    <p:extLst>
      <p:ext uri="{BB962C8B-B14F-4D97-AF65-F5344CB8AC3E}">
        <p14:creationId xmlns:p14="http://schemas.microsoft.com/office/powerpoint/2010/main" val="1393364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Cover slide collage - 2">
    <p:spTree>
      <p:nvGrpSpPr>
        <p:cNvPr id="1" name=""/>
        <p:cNvGrpSpPr/>
        <p:nvPr/>
      </p:nvGrpSpPr>
      <p:grpSpPr>
        <a:xfrm>
          <a:off x="0" y="0"/>
          <a:ext cx="0" cy="0"/>
          <a:chOff x="0" y="0"/>
          <a:chExt cx="0" cy="0"/>
        </a:xfrm>
      </p:grpSpPr>
      <p:sp>
        <p:nvSpPr>
          <p:cNvPr id="10" name="Picture Placeholder 9"/>
          <p:cNvSpPr>
            <a:spLocks noGrp="1"/>
          </p:cNvSpPr>
          <p:nvPr>
            <p:ph type="pic" sz="quarter" idx="16"/>
          </p:nvPr>
        </p:nvSpPr>
        <p:spPr>
          <a:xfrm>
            <a:off x="1408113" y="4157663"/>
            <a:ext cx="10784255" cy="5940425"/>
          </a:xfrm>
          <a:custGeom>
            <a:avLst/>
            <a:gdLst>
              <a:gd name="connsiteX0" fmla="*/ 0 w 10784255"/>
              <a:gd name="connsiteY0" fmla="*/ 0 h 5940425"/>
              <a:gd name="connsiteX1" fmla="*/ 10784255 w 10784255"/>
              <a:gd name="connsiteY1" fmla="*/ 0 h 5940425"/>
              <a:gd name="connsiteX2" fmla="*/ 10784255 w 10784255"/>
              <a:gd name="connsiteY2" fmla="*/ 5940425 h 5940425"/>
              <a:gd name="connsiteX3" fmla="*/ 0 w 10784255"/>
              <a:gd name="connsiteY3" fmla="*/ 5940425 h 5940425"/>
            </a:gdLst>
            <a:ahLst/>
            <a:cxnLst>
              <a:cxn ang="0">
                <a:pos x="connsiteX0" y="connsiteY0"/>
              </a:cxn>
              <a:cxn ang="0">
                <a:pos x="connsiteX1" y="connsiteY1"/>
              </a:cxn>
              <a:cxn ang="0">
                <a:pos x="connsiteX2" y="connsiteY2"/>
              </a:cxn>
              <a:cxn ang="0">
                <a:pos x="connsiteX3" y="connsiteY3"/>
              </a:cxn>
            </a:cxnLst>
            <a:rect l="l" t="t" r="r" b="b"/>
            <a:pathLst>
              <a:path w="10784255" h="5940425">
                <a:moveTo>
                  <a:pt x="0" y="0"/>
                </a:moveTo>
                <a:lnTo>
                  <a:pt x="10784255" y="0"/>
                </a:lnTo>
                <a:lnTo>
                  <a:pt x="10784255" y="5940425"/>
                </a:lnTo>
                <a:lnTo>
                  <a:pt x="0" y="5940425"/>
                </a:lnTo>
                <a:close/>
              </a:path>
            </a:pathLst>
          </a:custGeom>
          <a:pattFill prst="lgCheck">
            <a:fgClr>
              <a:schemeClr val="tx1"/>
            </a:fgClr>
            <a:bgClr>
              <a:schemeClr val="tx1">
                <a:lumMod val="75000"/>
              </a:schemeClr>
            </a:bgClr>
          </a:pattFill>
        </p:spPr>
        <p:txBody>
          <a:bodyPr wrap="square" anchor="ctr">
            <a:noAutofit/>
          </a:bodyP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4362112" y="4092209"/>
            <a:ext cx="8635547"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Why us?</a:t>
            </a:r>
            <a:endParaRPr lang="uk-UA" dirty="0"/>
          </a:p>
        </p:txBody>
      </p:sp>
      <p:sp>
        <p:nvSpPr>
          <p:cNvPr id="9" name="Text Placeholder 3"/>
          <p:cNvSpPr>
            <a:spLocks noGrp="1"/>
          </p:cNvSpPr>
          <p:nvPr>
            <p:ph type="body" sz="quarter" idx="13" hasCustomPrompt="1"/>
          </p:nvPr>
        </p:nvSpPr>
        <p:spPr>
          <a:xfrm>
            <a:off x="14362112" y="6393597"/>
            <a:ext cx="8623301" cy="3677930"/>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Curabitur</a:t>
            </a:r>
            <a:r>
              <a:rPr lang="en-US" dirty="0"/>
              <a:t> </a:t>
            </a:r>
            <a:r>
              <a:rPr lang="en-US" dirty="0" err="1"/>
              <a:t>efficitur</a:t>
            </a:r>
            <a:r>
              <a:rPr lang="en-US" dirty="0"/>
              <a:t> lacus non </a:t>
            </a:r>
            <a:r>
              <a:rPr lang="en-US" dirty="0" err="1"/>
              <a:t>turpis</a:t>
            </a:r>
            <a:r>
              <a:rPr lang="en-US" dirty="0"/>
              <a:t> </a:t>
            </a:r>
            <a:r>
              <a:rPr lang="en-US" dirty="0" err="1"/>
              <a:t>consectetur</a:t>
            </a:r>
            <a:r>
              <a:rPr lang="en-US" dirty="0"/>
              <a:t> </a:t>
            </a:r>
            <a:r>
              <a:rPr lang="en-US" dirty="0" err="1"/>
              <a:t>ultrices</a:t>
            </a:r>
            <a:r>
              <a:rPr lang="en-US" dirty="0"/>
              <a:t>. </a:t>
            </a:r>
            <a:r>
              <a:rPr lang="en-US" dirty="0" err="1"/>
              <a:t>Praesent</a:t>
            </a:r>
            <a:r>
              <a:rPr lang="en-US" dirty="0"/>
              <a:t> </a:t>
            </a:r>
            <a:r>
              <a:rPr lang="en-US" dirty="0" err="1"/>
              <a:t>felis</a:t>
            </a:r>
            <a:r>
              <a:rPr lang="en-US" dirty="0"/>
              <a:t> mi, </a:t>
            </a:r>
            <a:r>
              <a:rPr lang="en-US" dirty="0" err="1"/>
              <a:t>malesuada</a:t>
            </a:r>
            <a:r>
              <a:rPr lang="en-US" dirty="0"/>
              <a:t> id dui et, </a:t>
            </a:r>
            <a:r>
              <a:rPr lang="en-US" dirty="0" err="1"/>
              <a:t>pellentesque</a:t>
            </a:r>
            <a:r>
              <a:rPr lang="en-US" dirty="0"/>
              <a:t> </a:t>
            </a:r>
            <a:r>
              <a:rPr lang="en-US" dirty="0" err="1"/>
              <a:t>elementum</a:t>
            </a:r>
            <a:r>
              <a:rPr lang="en-US" dirty="0"/>
              <a:t> </a:t>
            </a:r>
            <a:r>
              <a:rPr lang="en-US" dirty="0" err="1"/>
              <a:t>tortor</a:t>
            </a:r>
            <a:r>
              <a:rPr lang="en-US" dirty="0"/>
              <a:t>. </a:t>
            </a:r>
            <a:r>
              <a:rPr lang="en-US" dirty="0" err="1"/>
              <a:t>Mauris</a:t>
            </a:r>
            <a:r>
              <a:rPr lang="en-US" dirty="0"/>
              <a:t> </a:t>
            </a:r>
            <a:r>
              <a:rPr lang="en-US" dirty="0" err="1"/>
              <a:t>vulputate</a:t>
            </a:r>
            <a:r>
              <a:rPr lang="en-US" dirty="0"/>
              <a:t> at quam id tempus. </a:t>
            </a:r>
            <a:r>
              <a:rPr lang="en-US" dirty="0" err="1"/>
              <a:t>Sed</a:t>
            </a:r>
            <a:r>
              <a:rPr lang="en-US" dirty="0"/>
              <a:t> </a:t>
            </a:r>
            <a:r>
              <a:rPr lang="en-US" dirty="0" err="1"/>
              <a:t>nec</a:t>
            </a:r>
            <a:r>
              <a:rPr lang="en-US" dirty="0"/>
              <a:t> </a:t>
            </a:r>
            <a:r>
              <a:rPr lang="en-US" dirty="0" err="1"/>
              <a:t>volutpat</a:t>
            </a:r>
            <a:r>
              <a:rPr lang="en-US" dirty="0"/>
              <a:t> lorem. </a:t>
            </a:r>
            <a:r>
              <a:rPr lang="en-US" dirty="0" err="1"/>
              <a:t>Quisque</a:t>
            </a:r>
            <a:r>
              <a:rPr lang="en-US" dirty="0"/>
              <a:t> </a:t>
            </a:r>
            <a:r>
              <a:rPr lang="en-US" dirty="0" err="1"/>
              <a:t>egestas</a:t>
            </a:r>
            <a:r>
              <a:rPr lang="en-US" dirty="0"/>
              <a:t> </a:t>
            </a:r>
            <a:r>
              <a:rPr lang="en-US" dirty="0" err="1"/>
              <a:t>rhoncus</a:t>
            </a:r>
            <a:r>
              <a:rPr lang="en-US" dirty="0"/>
              <a:t> </a:t>
            </a:r>
            <a:r>
              <a:rPr lang="en-US" dirty="0" err="1"/>
              <a:t>orci</a:t>
            </a:r>
            <a:r>
              <a:rPr lang="en-US" dirty="0"/>
              <a:t>, in </a:t>
            </a:r>
            <a:r>
              <a:rPr lang="en-US" dirty="0" err="1"/>
              <a:t>eleifend</a:t>
            </a:r>
            <a:r>
              <a:rPr lang="en-US" dirty="0"/>
              <a:t>.</a:t>
            </a:r>
          </a:p>
        </p:txBody>
      </p:sp>
    </p:spTree>
    <p:extLst>
      <p:ext uri="{BB962C8B-B14F-4D97-AF65-F5344CB8AC3E}">
        <p14:creationId xmlns:p14="http://schemas.microsoft.com/office/powerpoint/2010/main" val="2722156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image layout">
    <p:spTree>
      <p:nvGrpSpPr>
        <p:cNvPr id="1" name=""/>
        <p:cNvGrpSpPr/>
        <p:nvPr/>
      </p:nvGrpSpPr>
      <p:grpSpPr>
        <a:xfrm>
          <a:off x="0" y="0"/>
          <a:ext cx="0" cy="0"/>
          <a:chOff x="0" y="0"/>
          <a:chExt cx="0" cy="0"/>
        </a:xfrm>
      </p:grpSpPr>
      <p:sp>
        <p:nvSpPr>
          <p:cNvPr id="10" name="Picture Placeholder 9"/>
          <p:cNvSpPr>
            <a:spLocks noGrp="1"/>
          </p:cNvSpPr>
          <p:nvPr>
            <p:ph type="pic" sz="quarter" idx="16"/>
          </p:nvPr>
        </p:nvSpPr>
        <p:spPr>
          <a:xfrm>
            <a:off x="1" y="0"/>
            <a:ext cx="12190412" cy="13715999"/>
          </a:xfrm>
          <a:custGeom>
            <a:avLst/>
            <a:gdLst>
              <a:gd name="connsiteX0" fmla="*/ 0 w 10784255"/>
              <a:gd name="connsiteY0" fmla="*/ 0 h 5940425"/>
              <a:gd name="connsiteX1" fmla="*/ 10784255 w 10784255"/>
              <a:gd name="connsiteY1" fmla="*/ 0 h 5940425"/>
              <a:gd name="connsiteX2" fmla="*/ 10784255 w 10784255"/>
              <a:gd name="connsiteY2" fmla="*/ 5940425 h 5940425"/>
              <a:gd name="connsiteX3" fmla="*/ 0 w 10784255"/>
              <a:gd name="connsiteY3" fmla="*/ 5940425 h 5940425"/>
            </a:gdLst>
            <a:ahLst/>
            <a:cxnLst>
              <a:cxn ang="0">
                <a:pos x="connsiteX0" y="connsiteY0"/>
              </a:cxn>
              <a:cxn ang="0">
                <a:pos x="connsiteX1" y="connsiteY1"/>
              </a:cxn>
              <a:cxn ang="0">
                <a:pos x="connsiteX2" y="connsiteY2"/>
              </a:cxn>
              <a:cxn ang="0">
                <a:pos x="connsiteX3" y="connsiteY3"/>
              </a:cxn>
            </a:cxnLst>
            <a:rect l="l" t="t" r="r" b="b"/>
            <a:pathLst>
              <a:path w="10784255" h="5940425">
                <a:moveTo>
                  <a:pt x="0" y="0"/>
                </a:moveTo>
                <a:lnTo>
                  <a:pt x="10784255" y="0"/>
                </a:lnTo>
                <a:lnTo>
                  <a:pt x="10784255" y="5940425"/>
                </a:lnTo>
                <a:lnTo>
                  <a:pt x="0" y="5940425"/>
                </a:lnTo>
                <a:close/>
              </a:path>
            </a:pathLst>
          </a:custGeom>
          <a:pattFill prst="lgCheck">
            <a:fgClr>
              <a:schemeClr val="tx1"/>
            </a:fgClr>
            <a:bgClr>
              <a:schemeClr val="tx1">
                <a:lumMod val="75000"/>
              </a:schemeClr>
            </a:bgClr>
          </a:pattFill>
        </p:spPr>
        <p:txBody>
          <a:bodyPr wrap="square" anchor="ctr">
            <a:noAutofit/>
          </a:bodyPr>
          <a:lstStyle>
            <a:lvl1pPr marL="0" indent="0" algn="ctr">
              <a:buNone/>
              <a:defRPr sz="2800">
                <a:solidFill>
                  <a:schemeClr val="bg1"/>
                </a:solidFill>
              </a:defRPr>
            </a:lvl1pPr>
          </a:lstStyle>
          <a:p>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4914562" y="4187459"/>
            <a:ext cx="8089901" cy="3103414"/>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Taste it your way</a:t>
            </a:r>
            <a:endParaRPr lang="uk-UA" dirty="0"/>
          </a:p>
        </p:txBody>
      </p:sp>
      <p:sp>
        <p:nvSpPr>
          <p:cNvPr id="9" name="Text Placeholder 3"/>
          <p:cNvSpPr>
            <a:spLocks noGrp="1"/>
          </p:cNvSpPr>
          <p:nvPr>
            <p:ph type="body" sz="quarter" idx="13" hasCustomPrompt="1"/>
          </p:nvPr>
        </p:nvSpPr>
        <p:spPr>
          <a:xfrm>
            <a:off x="14914562" y="8012847"/>
            <a:ext cx="8078429" cy="2462213"/>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Curabitur</a:t>
            </a:r>
            <a:r>
              <a:rPr lang="en-US" dirty="0"/>
              <a:t> </a:t>
            </a:r>
            <a:r>
              <a:rPr lang="en-US" dirty="0" err="1"/>
              <a:t>efficitur</a:t>
            </a:r>
            <a:r>
              <a:rPr lang="en-US" dirty="0"/>
              <a:t> lacus non </a:t>
            </a:r>
            <a:r>
              <a:rPr lang="en-US" dirty="0" err="1"/>
              <a:t>turpis</a:t>
            </a:r>
            <a:r>
              <a:rPr lang="en-US" dirty="0"/>
              <a:t> </a:t>
            </a:r>
            <a:r>
              <a:rPr lang="en-US" dirty="0" err="1"/>
              <a:t>consectetur</a:t>
            </a:r>
            <a:r>
              <a:rPr lang="en-US" dirty="0"/>
              <a:t> </a:t>
            </a:r>
            <a:r>
              <a:rPr lang="en-US" dirty="0" err="1"/>
              <a:t>ultrices</a:t>
            </a:r>
            <a:r>
              <a:rPr lang="en-US" dirty="0"/>
              <a:t>. </a:t>
            </a:r>
            <a:r>
              <a:rPr lang="en-US" dirty="0" err="1"/>
              <a:t>Praesent</a:t>
            </a:r>
            <a:r>
              <a:rPr lang="en-US" dirty="0"/>
              <a:t> </a:t>
            </a:r>
            <a:r>
              <a:rPr lang="en-US" dirty="0" err="1"/>
              <a:t>felis</a:t>
            </a:r>
            <a:r>
              <a:rPr lang="en-US" dirty="0"/>
              <a:t> mi, </a:t>
            </a:r>
            <a:r>
              <a:rPr lang="en-US" dirty="0" err="1"/>
              <a:t>malesuada</a:t>
            </a:r>
            <a:r>
              <a:rPr lang="en-US" dirty="0"/>
              <a:t> id dui et, </a:t>
            </a:r>
            <a:r>
              <a:rPr lang="en-US" dirty="0" err="1"/>
              <a:t>pellentesque</a:t>
            </a:r>
            <a:r>
              <a:rPr lang="en-US" dirty="0"/>
              <a:t> </a:t>
            </a:r>
            <a:r>
              <a:rPr lang="en-US" dirty="0" err="1"/>
              <a:t>elementum</a:t>
            </a:r>
            <a:r>
              <a:rPr lang="en-US" dirty="0"/>
              <a:t> </a:t>
            </a:r>
            <a:r>
              <a:rPr lang="en-US" dirty="0" err="1"/>
              <a:t>tortor</a:t>
            </a:r>
            <a:r>
              <a:rPr lang="en-US" dirty="0"/>
              <a:t>. </a:t>
            </a:r>
            <a:r>
              <a:rPr lang="en-US" dirty="0" err="1"/>
              <a:t>Mauris</a:t>
            </a:r>
            <a:r>
              <a:rPr lang="en-US" dirty="0"/>
              <a:t> </a:t>
            </a:r>
            <a:r>
              <a:rPr lang="en-US" dirty="0" err="1"/>
              <a:t>vulputate</a:t>
            </a:r>
            <a:r>
              <a:rPr lang="en-US" dirty="0"/>
              <a:t>.</a:t>
            </a:r>
          </a:p>
        </p:txBody>
      </p:sp>
      <p:sp>
        <p:nvSpPr>
          <p:cNvPr id="8" name="Text Placeholder 3"/>
          <p:cNvSpPr>
            <a:spLocks noGrp="1"/>
          </p:cNvSpPr>
          <p:nvPr>
            <p:ph type="body" sz="quarter" idx="20" hasCustomPrompt="1"/>
          </p:nvPr>
        </p:nvSpPr>
        <p:spPr>
          <a:xfrm>
            <a:off x="18423634" y="1128415"/>
            <a:ext cx="4568129"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Our mission</a:t>
            </a:r>
            <a:endParaRPr lang="uk-UA" dirty="0"/>
          </a:p>
        </p:txBody>
      </p:sp>
    </p:spTree>
    <p:extLst>
      <p:ext uri="{BB962C8B-B14F-4D97-AF65-F5344CB8AC3E}">
        <p14:creationId xmlns:p14="http://schemas.microsoft.com/office/powerpoint/2010/main" val="4226636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ight image layout">
    <p:spTree>
      <p:nvGrpSpPr>
        <p:cNvPr id="1" name=""/>
        <p:cNvGrpSpPr/>
        <p:nvPr/>
      </p:nvGrpSpPr>
      <p:grpSpPr>
        <a:xfrm>
          <a:off x="0" y="0"/>
          <a:ext cx="0" cy="0"/>
          <a:chOff x="0" y="0"/>
          <a:chExt cx="0" cy="0"/>
        </a:xfrm>
      </p:grpSpPr>
      <p:sp>
        <p:nvSpPr>
          <p:cNvPr id="10" name="Picture Placeholder 9"/>
          <p:cNvSpPr>
            <a:spLocks noGrp="1"/>
          </p:cNvSpPr>
          <p:nvPr>
            <p:ph type="pic" sz="quarter" idx="16"/>
          </p:nvPr>
        </p:nvSpPr>
        <p:spPr>
          <a:xfrm>
            <a:off x="12192001" y="0"/>
            <a:ext cx="12190412" cy="13715999"/>
          </a:xfrm>
          <a:custGeom>
            <a:avLst/>
            <a:gdLst>
              <a:gd name="connsiteX0" fmla="*/ 0 w 10784255"/>
              <a:gd name="connsiteY0" fmla="*/ 0 h 5940425"/>
              <a:gd name="connsiteX1" fmla="*/ 10784255 w 10784255"/>
              <a:gd name="connsiteY1" fmla="*/ 0 h 5940425"/>
              <a:gd name="connsiteX2" fmla="*/ 10784255 w 10784255"/>
              <a:gd name="connsiteY2" fmla="*/ 5940425 h 5940425"/>
              <a:gd name="connsiteX3" fmla="*/ 0 w 10784255"/>
              <a:gd name="connsiteY3" fmla="*/ 5940425 h 5940425"/>
            </a:gdLst>
            <a:ahLst/>
            <a:cxnLst>
              <a:cxn ang="0">
                <a:pos x="connsiteX0" y="connsiteY0"/>
              </a:cxn>
              <a:cxn ang="0">
                <a:pos x="connsiteX1" y="connsiteY1"/>
              </a:cxn>
              <a:cxn ang="0">
                <a:pos x="connsiteX2" y="connsiteY2"/>
              </a:cxn>
              <a:cxn ang="0">
                <a:pos x="connsiteX3" y="connsiteY3"/>
              </a:cxn>
            </a:cxnLst>
            <a:rect l="l" t="t" r="r" b="b"/>
            <a:pathLst>
              <a:path w="10784255" h="5940425">
                <a:moveTo>
                  <a:pt x="0" y="0"/>
                </a:moveTo>
                <a:lnTo>
                  <a:pt x="10784255" y="0"/>
                </a:lnTo>
                <a:lnTo>
                  <a:pt x="10784255" y="5940425"/>
                </a:lnTo>
                <a:lnTo>
                  <a:pt x="0" y="5940425"/>
                </a:lnTo>
                <a:close/>
              </a:path>
            </a:pathLst>
          </a:custGeom>
          <a:pattFill prst="lgCheck">
            <a:fgClr>
              <a:schemeClr val="tx1"/>
            </a:fgClr>
            <a:bgClr>
              <a:schemeClr val="tx1">
                <a:lumMod val="75000"/>
              </a:schemeClr>
            </a:bgClr>
          </a:pattFill>
        </p:spPr>
        <p:txBody>
          <a:bodyPr wrap="square" anchor="ctr">
            <a:noAutofit/>
          </a:bodyPr>
          <a:lstStyle>
            <a:lvl1pPr marL="0" indent="0" algn="ctr">
              <a:buNone/>
              <a:defRPr sz="2800">
                <a:solidFill>
                  <a:schemeClr val="bg1"/>
                </a:solidFill>
              </a:defRPr>
            </a:lvl1pPr>
          </a:lstStyle>
          <a:p>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1408112" y="4187459"/>
            <a:ext cx="8089901" cy="3104055"/>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Perfection redefined</a:t>
            </a:r>
            <a:endParaRPr lang="uk-UA" dirty="0"/>
          </a:p>
        </p:txBody>
      </p:sp>
      <p:sp>
        <p:nvSpPr>
          <p:cNvPr id="9" name="Text Placeholder 3"/>
          <p:cNvSpPr>
            <a:spLocks noGrp="1"/>
          </p:cNvSpPr>
          <p:nvPr>
            <p:ph type="body" sz="quarter" idx="13" hasCustomPrompt="1"/>
          </p:nvPr>
        </p:nvSpPr>
        <p:spPr>
          <a:xfrm>
            <a:off x="1408112" y="8012847"/>
            <a:ext cx="8078429" cy="2462213"/>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Ut</a:t>
            </a:r>
            <a:r>
              <a:rPr lang="en-US" dirty="0"/>
              <a:t> </a:t>
            </a:r>
            <a:r>
              <a:rPr lang="en-US" dirty="0" err="1"/>
              <a:t>rutrum</a:t>
            </a:r>
            <a:r>
              <a:rPr lang="en-US" dirty="0"/>
              <a:t> in </a:t>
            </a:r>
            <a:r>
              <a:rPr lang="en-US" dirty="0" err="1"/>
              <a:t>enim</a:t>
            </a:r>
            <a:r>
              <a:rPr lang="en-US" dirty="0"/>
              <a:t> at </a:t>
            </a:r>
            <a:r>
              <a:rPr lang="en-US" dirty="0" err="1"/>
              <a:t>ultricies</a:t>
            </a:r>
            <a:r>
              <a:rPr lang="en-US" dirty="0"/>
              <a:t>. </a:t>
            </a:r>
            <a:r>
              <a:rPr lang="en-US" dirty="0" err="1"/>
              <a:t>Aenean</a:t>
            </a:r>
            <a:r>
              <a:rPr lang="en-US" dirty="0"/>
              <a:t> in lorem </a:t>
            </a:r>
            <a:r>
              <a:rPr lang="en-US" dirty="0" err="1"/>
              <a:t>viverra</a:t>
            </a:r>
            <a:r>
              <a:rPr lang="en-US" dirty="0"/>
              <a:t> </a:t>
            </a:r>
            <a:r>
              <a:rPr lang="en-US" dirty="0" err="1"/>
              <a:t>tellus</a:t>
            </a:r>
            <a:r>
              <a:rPr lang="en-US" dirty="0"/>
              <a:t> </a:t>
            </a:r>
            <a:r>
              <a:rPr lang="en-US" dirty="0" err="1"/>
              <a:t>faucibus</a:t>
            </a:r>
            <a:r>
              <a:rPr lang="en-US" dirty="0"/>
              <a:t> </a:t>
            </a:r>
            <a:r>
              <a:rPr lang="en-US" dirty="0" err="1"/>
              <a:t>fermentum</a:t>
            </a:r>
            <a:r>
              <a:rPr lang="en-US" dirty="0"/>
              <a:t> </a:t>
            </a:r>
            <a:r>
              <a:rPr lang="en-US" dirty="0" err="1"/>
              <a:t>nec</a:t>
            </a:r>
            <a:r>
              <a:rPr lang="en-US" dirty="0"/>
              <a:t> </a:t>
            </a:r>
            <a:r>
              <a:rPr lang="en-US" dirty="0" err="1"/>
              <a:t>ultricies</a:t>
            </a:r>
            <a:r>
              <a:rPr lang="en-US" dirty="0"/>
              <a:t> </a:t>
            </a:r>
            <a:r>
              <a:rPr lang="en-US" dirty="0" err="1"/>
              <a:t>nisl</a:t>
            </a:r>
            <a:r>
              <a:rPr lang="en-US" dirty="0"/>
              <a:t>. </a:t>
            </a:r>
            <a:r>
              <a:rPr lang="en-US" dirty="0" err="1"/>
              <a:t>Pellentesque</a:t>
            </a:r>
            <a:r>
              <a:rPr lang="en-US" dirty="0"/>
              <a:t> </a:t>
            </a:r>
            <a:r>
              <a:rPr lang="en-US" dirty="0" err="1"/>
              <a:t>facilisis</a:t>
            </a:r>
            <a:r>
              <a:rPr lang="en-US" dirty="0"/>
              <a:t> </a:t>
            </a:r>
            <a:r>
              <a:rPr lang="en-US" dirty="0" err="1"/>
              <a:t>rhoncus</a:t>
            </a:r>
            <a:r>
              <a:rPr lang="en-US" dirty="0"/>
              <a:t> dolor ac tempus </a:t>
            </a:r>
            <a:r>
              <a:rPr lang="en-US" dirty="0" err="1"/>
              <a:t>eros</a:t>
            </a:r>
            <a:r>
              <a:rPr lang="en-US" dirty="0"/>
              <a:t>. </a:t>
            </a:r>
          </a:p>
        </p:txBody>
      </p:sp>
      <p:sp>
        <p:nvSpPr>
          <p:cNvPr id="8" name="Text Placeholder 3"/>
          <p:cNvSpPr>
            <a:spLocks noGrp="1"/>
          </p:cNvSpPr>
          <p:nvPr>
            <p:ph type="body" sz="quarter" idx="20" hasCustomPrompt="1"/>
          </p:nvPr>
        </p:nvSpPr>
        <p:spPr>
          <a:xfrm>
            <a:off x="18774692" y="1128415"/>
            <a:ext cx="4217072"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err="1"/>
              <a:t>OuR</a:t>
            </a:r>
            <a:r>
              <a:rPr lang="en-US" dirty="0"/>
              <a:t> vision</a:t>
            </a:r>
            <a:endParaRPr lang="uk-UA" dirty="0"/>
          </a:p>
        </p:txBody>
      </p:sp>
    </p:spTree>
    <p:extLst>
      <p:ext uri="{BB962C8B-B14F-4D97-AF65-F5344CB8AC3E}">
        <p14:creationId xmlns:p14="http://schemas.microsoft.com/office/powerpoint/2010/main" val="1101322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Top image layout">
    <p:spTree>
      <p:nvGrpSpPr>
        <p:cNvPr id="1" name=""/>
        <p:cNvGrpSpPr/>
        <p:nvPr/>
      </p:nvGrpSpPr>
      <p:grpSpPr>
        <a:xfrm>
          <a:off x="0" y="0"/>
          <a:ext cx="0" cy="0"/>
          <a:chOff x="0" y="0"/>
          <a:chExt cx="0" cy="0"/>
        </a:xfrm>
      </p:grpSpPr>
      <p:sp>
        <p:nvSpPr>
          <p:cNvPr id="6" name="Picture Placeholder 5"/>
          <p:cNvSpPr>
            <a:spLocks noGrp="1"/>
          </p:cNvSpPr>
          <p:nvPr>
            <p:ph type="pic" sz="quarter" idx="21"/>
          </p:nvPr>
        </p:nvSpPr>
        <p:spPr>
          <a:xfrm>
            <a:off x="5710238" y="3078163"/>
            <a:ext cx="12961937" cy="4859337"/>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3559174" y="8969009"/>
            <a:ext cx="17264064"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Passion for excellence</a:t>
            </a:r>
            <a:endParaRPr lang="uk-UA" dirty="0"/>
          </a:p>
        </p:txBody>
      </p:sp>
      <p:sp>
        <p:nvSpPr>
          <p:cNvPr id="9" name="Text Placeholder 3"/>
          <p:cNvSpPr>
            <a:spLocks noGrp="1"/>
          </p:cNvSpPr>
          <p:nvPr>
            <p:ph type="body" sz="quarter" idx="13" hasCustomPrompt="1"/>
          </p:nvPr>
        </p:nvSpPr>
        <p:spPr>
          <a:xfrm>
            <a:off x="3559175" y="11251347"/>
            <a:ext cx="17264063" cy="1231106"/>
          </a:xfrm>
          <a:prstGeom prst="rect">
            <a:avLst/>
          </a:prstGeom>
          <a:noFill/>
          <a:ln w="25400">
            <a:noFill/>
          </a:ln>
        </p:spPr>
        <p:txBody>
          <a:bodyPr wrap="square" lIns="0" tIns="0" rIns="0" bIns="0" numCol="1" spcCol="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Maecenas </a:t>
            </a:r>
            <a:r>
              <a:rPr lang="en-US" dirty="0" err="1"/>
              <a:t>interdum</a:t>
            </a:r>
            <a:r>
              <a:rPr lang="en-US" dirty="0"/>
              <a:t> </a:t>
            </a:r>
            <a:r>
              <a:rPr lang="en-US" dirty="0" err="1"/>
              <a:t>quis</a:t>
            </a:r>
            <a:r>
              <a:rPr lang="en-US" dirty="0"/>
              <a:t> </a:t>
            </a:r>
            <a:r>
              <a:rPr lang="en-US" dirty="0" err="1"/>
              <a:t>metus</a:t>
            </a:r>
            <a:r>
              <a:rPr lang="en-US" dirty="0"/>
              <a:t> </a:t>
            </a:r>
            <a:r>
              <a:rPr lang="en-US" dirty="0" err="1"/>
              <a:t>suscipit</a:t>
            </a:r>
            <a:r>
              <a:rPr lang="en-US" dirty="0"/>
              <a:t> </a:t>
            </a:r>
            <a:r>
              <a:rPr lang="en-US" dirty="0" err="1"/>
              <a:t>volutpat</a:t>
            </a:r>
            <a:r>
              <a:rPr lang="en-US" dirty="0"/>
              <a:t>. </a:t>
            </a:r>
            <a:r>
              <a:rPr lang="en-US" dirty="0" err="1"/>
              <a:t>Aliquam</a:t>
            </a:r>
            <a:r>
              <a:rPr lang="en-US" dirty="0"/>
              <a:t> </a:t>
            </a:r>
            <a:r>
              <a:rPr lang="en-US" dirty="0" err="1"/>
              <a:t>nibh</a:t>
            </a:r>
            <a:r>
              <a:rPr lang="en-US" dirty="0"/>
              <a:t> </a:t>
            </a:r>
            <a:r>
              <a:rPr lang="en-US" dirty="0" err="1"/>
              <a:t>nulla</a:t>
            </a:r>
            <a:r>
              <a:rPr lang="en-US" dirty="0"/>
              <a:t>, </a:t>
            </a:r>
            <a:r>
              <a:rPr lang="en-US" dirty="0" err="1"/>
              <a:t>ullamcorper</a:t>
            </a:r>
            <a:r>
              <a:rPr lang="en-US" dirty="0"/>
              <a:t> ac </a:t>
            </a:r>
            <a:r>
              <a:rPr lang="en-US" dirty="0" err="1"/>
              <a:t>scelerisque</a:t>
            </a:r>
            <a:r>
              <a:rPr lang="en-US" dirty="0"/>
              <a:t> </a:t>
            </a:r>
            <a:r>
              <a:rPr lang="en-US" dirty="0" err="1"/>
              <a:t>eu</a:t>
            </a:r>
            <a:r>
              <a:rPr lang="en-US" dirty="0"/>
              <a:t>, </a:t>
            </a:r>
            <a:r>
              <a:rPr lang="en-US" dirty="0" err="1"/>
              <a:t>eleifend</a:t>
            </a:r>
            <a:r>
              <a:rPr lang="en-US" dirty="0"/>
              <a:t> </a:t>
            </a:r>
            <a:r>
              <a:rPr lang="en-US" dirty="0" err="1"/>
              <a:t>ut</a:t>
            </a:r>
            <a:r>
              <a:rPr lang="en-US" dirty="0"/>
              <a:t> </a:t>
            </a:r>
            <a:r>
              <a:rPr lang="en-US" dirty="0" err="1"/>
              <a:t>metus</a:t>
            </a:r>
            <a:r>
              <a:rPr lang="en-US" dirty="0"/>
              <a:t>. </a:t>
            </a:r>
            <a:r>
              <a:rPr lang="en-US" dirty="0" err="1"/>
              <a:t>Curabitur</a:t>
            </a:r>
            <a:r>
              <a:rPr lang="en-US" dirty="0"/>
              <a:t> </a:t>
            </a:r>
            <a:r>
              <a:rPr lang="en-US" dirty="0" err="1"/>
              <a:t>blandit</a:t>
            </a:r>
            <a:r>
              <a:rPr lang="en-US" dirty="0"/>
              <a:t> </a:t>
            </a:r>
            <a:r>
              <a:rPr lang="en-US" dirty="0" err="1"/>
              <a:t>tristique</a:t>
            </a:r>
            <a:r>
              <a:rPr lang="en-US" dirty="0"/>
              <a:t> </a:t>
            </a:r>
            <a:r>
              <a:rPr lang="en-US" dirty="0" err="1"/>
              <a:t>purus</a:t>
            </a:r>
            <a:r>
              <a:rPr lang="en-US" dirty="0"/>
              <a:t> </a:t>
            </a:r>
            <a:r>
              <a:rPr lang="en-US" dirty="0" err="1"/>
              <a:t>vel</a:t>
            </a:r>
            <a:r>
              <a:rPr lang="en-US" dirty="0"/>
              <a:t> </a:t>
            </a:r>
            <a:r>
              <a:rPr lang="en-US" dirty="0" err="1"/>
              <a:t>venenatis</a:t>
            </a:r>
            <a:r>
              <a:rPr lang="en-US" dirty="0"/>
              <a:t>.</a:t>
            </a:r>
          </a:p>
        </p:txBody>
      </p:sp>
      <p:sp>
        <p:nvSpPr>
          <p:cNvPr id="8" name="Text Placeholder 3"/>
          <p:cNvSpPr>
            <a:spLocks noGrp="1"/>
          </p:cNvSpPr>
          <p:nvPr>
            <p:ph type="body" sz="quarter" idx="20" hasCustomPrompt="1"/>
          </p:nvPr>
        </p:nvSpPr>
        <p:spPr>
          <a:xfrm>
            <a:off x="18771486" y="1128415"/>
            <a:ext cx="4220278"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objectives</a:t>
            </a:r>
            <a:endParaRPr lang="uk-UA" dirty="0"/>
          </a:p>
        </p:txBody>
      </p:sp>
    </p:spTree>
    <p:extLst>
      <p:ext uri="{BB962C8B-B14F-4D97-AF65-F5344CB8AC3E}">
        <p14:creationId xmlns:p14="http://schemas.microsoft.com/office/powerpoint/2010/main" val="338506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image layout">
    <p:spTree>
      <p:nvGrpSpPr>
        <p:cNvPr id="1" name=""/>
        <p:cNvGrpSpPr/>
        <p:nvPr/>
      </p:nvGrpSpPr>
      <p:grpSpPr>
        <a:xfrm>
          <a:off x="0" y="0"/>
          <a:ext cx="0" cy="0"/>
          <a:chOff x="0" y="0"/>
          <a:chExt cx="0" cy="0"/>
        </a:xfrm>
      </p:grpSpPr>
      <p:sp>
        <p:nvSpPr>
          <p:cNvPr id="10" name="Picture Placeholder 4"/>
          <p:cNvSpPr>
            <a:spLocks noGrp="1"/>
          </p:cNvSpPr>
          <p:nvPr>
            <p:ph type="pic" sz="quarter" idx="16"/>
          </p:nvPr>
        </p:nvSpPr>
        <p:spPr>
          <a:xfrm>
            <a:off x="0" y="7630160"/>
            <a:ext cx="24382413" cy="608584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Text Placeholder 4"/>
          <p:cNvSpPr>
            <a:spLocks noGrp="1"/>
          </p:cNvSpPr>
          <p:nvPr>
            <p:ph type="body" sz="quarter" idx="11" hasCustomPrompt="1"/>
          </p:nvPr>
        </p:nvSpPr>
        <p:spPr>
          <a:xfrm>
            <a:off x="3559174" y="3025409"/>
            <a:ext cx="17264064"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Project planning</a:t>
            </a:r>
            <a:endParaRPr lang="uk-UA" dirty="0"/>
          </a:p>
        </p:txBody>
      </p:sp>
      <p:sp>
        <p:nvSpPr>
          <p:cNvPr id="9" name="Text Placeholder 3"/>
          <p:cNvSpPr>
            <a:spLocks noGrp="1"/>
          </p:cNvSpPr>
          <p:nvPr>
            <p:ph type="body" sz="quarter" idx="13" hasCustomPrompt="1"/>
          </p:nvPr>
        </p:nvSpPr>
        <p:spPr>
          <a:xfrm>
            <a:off x="3559175" y="5307747"/>
            <a:ext cx="17264063" cy="1231106"/>
          </a:xfrm>
          <a:prstGeom prst="rect">
            <a:avLst/>
          </a:prstGeom>
          <a:noFill/>
          <a:ln w="25400">
            <a:noFill/>
          </a:ln>
        </p:spPr>
        <p:txBody>
          <a:bodyPr wrap="square" lIns="0" tIns="0" rIns="0" bIns="0" numCol="1" spcCol="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Maecenas </a:t>
            </a:r>
            <a:r>
              <a:rPr lang="en-US" dirty="0" err="1"/>
              <a:t>interdum</a:t>
            </a:r>
            <a:r>
              <a:rPr lang="en-US" dirty="0"/>
              <a:t> </a:t>
            </a:r>
            <a:r>
              <a:rPr lang="en-US" dirty="0" err="1"/>
              <a:t>quis</a:t>
            </a:r>
            <a:r>
              <a:rPr lang="en-US" dirty="0"/>
              <a:t> </a:t>
            </a:r>
            <a:r>
              <a:rPr lang="en-US" dirty="0" err="1"/>
              <a:t>metus</a:t>
            </a:r>
            <a:r>
              <a:rPr lang="en-US" dirty="0"/>
              <a:t> </a:t>
            </a:r>
            <a:r>
              <a:rPr lang="en-US" dirty="0" err="1"/>
              <a:t>suscipit</a:t>
            </a:r>
            <a:r>
              <a:rPr lang="en-US" dirty="0"/>
              <a:t> </a:t>
            </a:r>
            <a:r>
              <a:rPr lang="en-US" dirty="0" err="1"/>
              <a:t>volutpat</a:t>
            </a:r>
            <a:r>
              <a:rPr lang="en-US" dirty="0"/>
              <a:t>. </a:t>
            </a:r>
            <a:r>
              <a:rPr lang="en-US" dirty="0" err="1"/>
              <a:t>Aliquam</a:t>
            </a:r>
            <a:r>
              <a:rPr lang="en-US" dirty="0"/>
              <a:t> </a:t>
            </a:r>
            <a:r>
              <a:rPr lang="en-US" dirty="0" err="1"/>
              <a:t>nibh</a:t>
            </a:r>
            <a:r>
              <a:rPr lang="en-US" dirty="0"/>
              <a:t> </a:t>
            </a:r>
            <a:r>
              <a:rPr lang="en-US" dirty="0" err="1"/>
              <a:t>nulla</a:t>
            </a:r>
            <a:r>
              <a:rPr lang="en-US" dirty="0"/>
              <a:t>, </a:t>
            </a:r>
            <a:r>
              <a:rPr lang="en-US" dirty="0" err="1"/>
              <a:t>ullamcorper</a:t>
            </a:r>
            <a:r>
              <a:rPr lang="en-US" dirty="0"/>
              <a:t> ac </a:t>
            </a:r>
            <a:r>
              <a:rPr lang="en-US" dirty="0" err="1"/>
              <a:t>scelerisque</a:t>
            </a:r>
            <a:r>
              <a:rPr lang="en-US" dirty="0"/>
              <a:t> </a:t>
            </a:r>
            <a:r>
              <a:rPr lang="en-US" dirty="0" err="1"/>
              <a:t>eu</a:t>
            </a:r>
            <a:r>
              <a:rPr lang="en-US" dirty="0"/>
              <a:t>, </a:t>
            </a:r>
            <a:r>
              <a:rPr lang="en-US" dirty="0" err="1"/>
              <a:t>eleifend</a:t>
            </a:r>
            <a:r>
              <a:rPr lang="en-US" dirty="0"/>
              <a:t> </a:t>
            </a:r>
            <a:r>
              <a:rPr lang="en-US" dirty="0" err="1"/>
              <a:t>ut</a:t>
            </a:r>
            <a:r>
              <a:rPr lang="en-US" dirty="0"/>
              <a:t> </a:t>
            </a:r>
            <a:r>
              <a:rPr lang="en-US" dirty="0" err="1"/>
              <a:t>metus</a:t>
            </a:r>
            <a:r>
              <a:rPr lang="en-US" dirty="0"/>
              <a:t>. </a:t>
            </a:r>
            <a:r>
              <a:rPr lang="en-US" dirty="0" err="1"/>
              <a:t>Curabitur</a:t>
            </a:r>
            <a:r>
              <a:rPr lang="en-US" dirty="0"/>
              <a:t> </a:t>
            </a:r>
            <a:r>
              <a:rPr lang="en-US" dirty="0" err="1"/>
              <a:t>blandit</a:t>
            </a:r>
            <a:r>
              <a:rPr lang="en-US" dirty="0"/>
              <a:t> </a:t>
            </a:r>
            <a:r>
              <a:rPr lang="en-US" dirty="0" err="1"/>
              <a:t>tristique</a:t>
            </a:r>
            <a:r>
              <a:rPr lang="en-US" dirty="0"/>
              <a:t> </a:t>
            </a:r>
            <a:r>
              <a:rPr lang="en-US" dirty="0" err="1"/>
              <a:t>purus</a:t>
            </a:r>
            <a:r>
              <a:rPr lang="en-US" dirty="0"/>
              <a:t> </a:t>
            </a:r>
            <a:r>
              <a:rPr lang="en-US" dirty="0" err="1"/>
              <a:t>vel</a:t>
            </a:r>
            <a:r>
              <a:rPr lang="en-US" dirty="0"/>
              <a:t> </a:t>
            </a:r>
            <a:r>
              <a:rPr lang="en-US" dirty="0" err="1"/>
              <a:t>venenatis</a:t>
            </a:r>
            <a:r>
              <a:rPr lang="en-US" dirty="0"/>
              <a:t>.</a:t>
            </a:r>
          </a:p>
        </p:txBody>
      </p:sp>
      <p:sp>
        <p:nvSpPr>
          <p:cNvPr id="8" name="Text Placeholder 3"/>
          <p:cNvSpPr>
            <a:spLocks noGrp="1"/>
          </p:cNvSpPr>
          <p:nvPr>
            <p:ph type="body" sz="quarter" idx="20" hasCustomPrompt="1"/>
          </p:nvPr>
        </p:nvSpPr>
        <p:spPr>
          <a:xfrm>
            <a:off x="18391575" y="1128415"/>
            <a:ext cx="4600189"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Who we are</a:t>
            </a:r>
            <a:endParaRPr lang="uk-UA" dirty="0"/>
          </a:p>
        </p:txBody>
      </p:sp>
    </p:spTree>
    <p:extLst>
      <p:ext uri="{BB962C8B-B14F-4D97-AF65-F5344CB8AC3E}">
        <p14:creationId xmlns:p14="http://schemas.microsoft.com/office/powerpoint/2010/main" val="1079965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hat we do">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2" name="Text Placeholder 7"/>
          <p:cNvSpPr>
            <a:spLocks noGrp="1"/>
          </p:cNvSpPr>
          <p:nvPr>
            <p:ph type="body" sz="quarter" idx="12" hasCustomPrompt="1"/>
          </p:nvPr>
        </p:nvSpPr>
        <p:spPr>
          <a:xfrm>
            <a:off x="1411381" y="6958161"/>
            <a:ext cx="6459445" cy="2462213"/>
          </a:xfrm>
          <a:prstGeom prst="rect">
            <a:avLst/>
          </a:prstGeom>
        </p:spPr>
        <p:txBody>
          <a:bodyPr wrap="square" lIns="0" tIns="0" rIns="0" bIns="0">
            <a:spAutoFit/>
          </a:bodyPr>
          <a:lstStyle>
            <a:lvl1pPr marL="0" indent="0" algn="l">
              <a:lnSpc>
                <a:spcPts val="4800"/>
              </a:lnSpc>
              <a:spcBef>
                <a:spcPts val="0"/>
              </a:spcBef>
              <a:buNone/>
              <a:defRPr sz="3600" baseline="0">
                <a:solidFill>
                  <a:schemeClr val="tx1"/>
                </a:solidFill>
                <a:latin typeface="+mn-lt"/>
              </a:defRPr>
            </a:lvl1pPr>
          </a:lstStyle>
          <a:p>
            <a:pPr lvl="0"/>
            <a:r>
              <a:rPr lang="en-US" dirty="0" err="1"/>
              <a:t>Duis</a:t>
            </a:r>
            <a:r>
              <a:rPr lang="en-US" dirty="0"/>
              <a:t> vitae </a:t>
            </a:r>
            <a:r>
              <a:rPr lang="en-US" dirty="0" err="1"/>
              <a:t>euismod</a:t>
            </a:r>
            <a:r>
              <a:rPr lang="en-US" dirty="0"/>
              <a:t> mi. </a:t>
            </a:r>
            <a:r>
              <a:rPr lang="en-US" dirty="0" err="1"/>
              <a:t>Vivamus</a:t>
            </a:r>
            <a:r>
              <a:rPr lang="en-US" dirty="0"/>
              <a:t> </a:t>
            </a:r>
            <a:r>
              <a:rPr lang="en-US" dirty="0" err="1"/>
              <a:t>odio</a:t>
            </a:r>
            <a:r>
              <a:rPr lang="en-US" dirty="0"/>
              <a:t> ante, </a:t>
            </a:r>
            <a:r>
              <a:rPr lang="en-US" dirty="0" err="1"/>
              <a:t>ultricies</a:t>
            </a:r>
            <a:r>
              <a:rPr lang="en-US" dirty="0"/>
              <a:t> et </a:t>
            </a:r>
            <a:r>
              <a:rPr lang="en-US" dirty="0" err="1"/>
              <a:t>tortor</a:t>
            </a:r>
            <a:r>
              <a:rPr lang="en-US" dirty="0"/>
              <a:t> </a:t>
            </a:r>
            <a:r>
              <a:rPr lang="en-US" dirty="0" err="1"/>
              <a:t>ut</a:t>
            </a:r>
            <a:r>
              <a:rPr lang="en-US" dirty="0"/>
              <a:t>, </a:t>
            </a:r>
            <a:r>
              <a:rPr lang="en-US" dirty="0" err="1"/>
              <a:t>ultricies</a:t>
            </a:r>
            <a:r>
              <a:rPr lang="en-US" dirty="0"/>
              <a:t> dictum </a:t>
            </a:r>
            <a:r>
              <a:rPr lang="en-US" dirty="0" err="1"/>
              <a:t>felis</a:t>
            </a:r>
            <a:r>
              <a:rPr lang="en-US" dirty="0"/>
              <a:t>. </a:t>
            </a:r>
            <a:r>
              <a:rPr lang="en-US" dirty="0" err="1"/>
              <a:t>Duis</a:t>
            </a:r>
            <a:r>
              <a:rPr lang="en-US" dirty="0"/>
              <a:t> cursus </a:t>
            </a:r>
            <a:r>
              <a:rPr lang="en-US" dirty="0" err="1"/>
              <a:t>turpis</a:t>
            </a:r>
            <a:r>
              <a:rPr lang="en-US" dirty="0"/>
              <a:t> vitae </a:t>
            </a:r>
            <a:r>
              <a:rPr lang="en-US" dirty="0" err="1"/>
              <a:t>arcu</a:t>
            </a:r>
            <a:r>
              <a:rPr lang="en-US" dirty="0"/>
              <a:t>.</a:t>
            </a:r>
          </a:p>
        </p:txBody>
      </p:sp>
      <p:sp>
        <p:nvSpPr>
          <p:cNvPr id="13" name="Text Placeholder 7"/>
          <p:cNvSpPr>
            <a:spLocks noGrp="1"/>
          </p:cNvSpPr>
          <p:nvPr>
            <p:ph type="body" sz="quarter" idx="26" hasCustomPrompt="1"/>
          </p:nvPr>
        </p:nvSpPr>
        <p:spPr>
          <a:xfrm>
            <a:off x="1411381" y="5841111"/>
            <a:ext cx="6459444" cy="666849"/>
          </a:xfrm>
          <a:prstGeom prst="rect">
            <a:avLst/>
          </a:prstGeom>
        </p:spPr>
        <p:txBody>
          <a:bodyPr wrap="square" lIns="0" tIns="0" rIns="0" bIns="0">
            <a:spAutoFit/>
          </a:bodyPr>
          <a:lstStyle>
            <a:lvl1pPr marL="0" indent="0" algn="l">
              <a:lnSpc>
                <a:spcPts val="5200"/>
              </a:lnSpc>
              <a:spcBef>
                <a:spcPts val="0"/>
              </a:spcBef>
              <a:buNone/>
              <a:defRPr sz="3600" cap="all" spc="0" baseline="0">
                <a:solidFill>
                  <a:schemeClr val="accent1"/>
                </a:solidFill>
                <a:latin typeface="+mj-lt"/>
              </a:defRPr>
            </a:lvl1pPr>
          </a:lstStyle>
          <a:p>
            <a:pPr lvl="0"/>
            <a:r>
              <a:rPr lang="en-US" dirty="0"/>
              <a:t>Startup investing</a:t>
            </a:r>
          </a:p>
        </p:txBody>
      </p:sp>
      <p:sp>
        <p:nvSpPr>
          <p:cNvPr id="15" name="Text Placeholder 7"/>
          <p:cNvSpPr>
            <a:spLocks noGrp="1"/>
          </p:cNvSpPr>
          <p:nvPr>
            <p:ph type="body" sz="quarter" idx="17" hasCustomPrompt="1"/>
          </p:nvPr>
        </p:nvSpPr>
        <p:spPr>
          <a:xfrm>
            <a:off x="16503650" y="5841111"/>
            <a:ext cx="6488113" cy="666849"/>
          </a:xfrm>
          <a:prstGeom prst="rect">
            <a:avLst/>
          </a:prstGeom>
        </p:spPr>
        <p:txBody>
          <a:bodyPr wrap="square" lIns="0" tIns="0" rIns="0" bIns="0">
            <a:spAutoFit/>
          </a:bodyPr>
          <a:lstStyle>
            <a:lvl1pPr marL="0" indent="0" algn="l">
              <a:lnSpc>
                <a:spcPts val="5200"/>
              </a:lnSpc>
              <a:spcBef>
                <a:spcPts val="0"/>
              </a:spcBef>
              <a:buNone/>
              <a:defRPr sz="3600" cap="all" spc="0" baseline="0">
                <a:solidFill>
                  <a:schemeClr val="accent1"/>
                </a:solidFill>
                <a:latin typeface="+mj-lt"/>
              </a:defRPr>
            </a:lvl1pPr>
          </a:lstStyle>
          <a:p>
            <a:pPr lvl="0"/>
            <a:r>
              <a:rPr lang="en-US" dirty="0"/>
              <a:t>Business partnering</a:t>
            </a:r>
          </a:p>
        </p:txBody>
      </p:sp>
      <p:sp>
        <p:nvSpPr>
          <p:cNvPr id="16" name="Text Placeholder 7"/>
          <p:cNvSpPr>
            <a:spLocks noGrp="1"/>
          </p:cNvSpPr>
          <p:nvPr>
            <p:ph type="body" sz="quarter" idx="19" hasCustomPrompt="1"/>
          </p:nvPr>
        </p:nvSpPr>
        <p:spPr>
          <a:xfrm>
            <a:off x="8955253" y="6958161"/>
            <a:ext cx="6471906" cy="2462213"/>
          </a:xfrm>
          <a:prstGeom prst="rect">
            <a:avLst/>
          </a:prstGeom>
        </p:spPr>
        <p:txBody>
          <a:bodyPr wrap="square" lIns="0" tIns="0" rIns="0" bIns="0">
            <a:spAutoFit/>
          </a:bodyPr>
          <a:lstStyle>
            <a:lvl1pPr marL="0" indent="0" algn="l">
              <a:lnSpc>
                <a:spcPts val="4800"/>
              </a:lnSpc>
              <a:spcBef>
                <a:spcPts val="0"/>
              </a:spcBef>
              <a:buNone/>
              <a:defRPr sz="3600" baseline="0">
                <a:solidFill>
                  <a:schemeClr val="tx1"/>
                </a:solidFill>
                <a:latin typeface="+mn-lt"/>
              </a:defRPr>
            </a:lvl1pPr>
          </a:lstStyle>
          <a:p>
            <a:pPr lvl="0"/>
            <a:r>
              <a:rPr lang="en-US" dirty="0"/>
              <a:t>Maecenas </a:t>
            </a:r>
            <a:r>
              <a:rPr lang="en-US" dirty="0" err="1"/>
              <a:t>eu</a:t>
            </a:r>
            <a:r>
              <a:rPr lang="en-US" dirty="0"/>
              <a:t> </a:t>
            </a:r>
            <a:r>
              <a:rPr lang="en-US" dirty="0" err="1"/>
              <a:t>metus</a:t>
            </a:r>
            <a:r>
              <a:rPr lang="en-US" dirty="0"/>
              <a:t> in nisi </a:t>
            </a:r>
            <a:r>
              <a:rPr lang="en-US" dirty="0" err="1"/>
              <a:t>bibendum</a:t>
            </a:r>
            <a:r>
              <a:rPr lang="en-US" dirty="0"/>
              <a:t> </a:t>
            </a:r>
            <a:r>
              <a:rPr lang="en-US" dirty="0" err="1"/>
              <a:t>venenatis</a:t>
            </a:r>
            <a:r>
              <a:rPr lang="en-US" dirty="0"/>
              <a:t> id vitae </a:t>
            </a:r>
            <a:r>
              <a:rPr lang="en-US" dirty="0" err="1"/>
              <a:t>purus</a:t>
            </a:r>
            <a:r>
              <a:rPr lang="en-US" dirty="0"/>
              <a:t>. </a:t>
            </a:r>
            <a:r>
              <a:rPr lang="en-US" dirty="0" err="1"/>
              <a:t>Etiam</a:t>
            </a:r>
            <a:r>
              <a:rPr lang="en-US" dirty="0"/>
              <a:t> dui </a:t>
            </a:r>
            <a:r>
              <a:rPr lang="en-US" dirty="0" err="1"/>
              <a:t>sem</a:t>
            </a:r>
            <a:r>
              <a:rPr lang="en-US" dirty="0"/>
              <a:t>, </a:t>
            </a:r>
            <a:r>
              <a:rPr lang="en-US" dirty="0" err="1"/>
              <a:t>eleifend</a:t>
            </a:r>
            <a:r>
              <a:rPr lang="en-US" dirty="0"/>
              <a:t> sit </a:t>
            </a:r>
            <a:r>
              <a:rPr lang="en-US" dirty="0" err="1"/>
              <a:t>amet</a:t>
            </a:r>
            <a:r>
              <a:rPr lang="en-US" dirty="0"/>
              <a:t> ex at, </a:t>
            </a:r>
            <a:r>
              <a:rPr lang="en-US" dirty="0" err="1"/>
              <a:t>accumsan</a:t>
            </a:r>
            <a:r>
              <a:rPr lang="en-US" dirty="0"/>
              <a:t>.</a:t>
            </a:r>
          </a:p>
        </p:txBody>
      </p:sp>
      <p:sp>
        <p:nvSpPr>
          <p:cNvPr id="17" name="Text Placeholder 7"/>
          <p:cNvSpPr>
            <a:spLocks noGrp="1"/>
          </p:cNvSpPr>
          <p:nvPr>
            <p:ph type="body" sz="quarter" idx="20" hasCustomPrompt="1"/>
          </p:nvPr>
        </p:nvSpPr>
        <p:spPr>
          <a:xfrm>
            <a:off x="8955253" y="5841111"/>
            <a:ext cx="6471906" cy="666849"/>
          </a:xfrm>
          <a:prstGeom prst="rect">
            <a:avLst/>
          </a:prstGeom>
        </p:spPr>
        <p:txBody>
          <a:bodyPr wrap="square" lIns="0" tIns="0" rIns="0" bIns="0">
            <a:spAutoFit/>
          </a:bodyPr>
          <a:lstStyle>
            <a:lvl1pPr marL="0" indent="0" algn="l">
              <a:lnSpc>
                <a:spcPts val="5200"/>
              </a:lnSpc>
              <a:spcBef>
                <a:spcPts val="0"/>
              </a:spcBef>
              <a:buNone/>
              <a:defRPr sz="3600" cap="all" spc="0" baseline="0">
                <a:solidFill>
                  <a:schemeClr val="accent1"/>
                </a:solidFill>
                <a:latin typeface="+mj-lt"/>
              </a:defRPr>
            </a:lvl1pPr>
          </a:lstStyle>
          <a:p>
            <a:pPr lvl="0"/>
            <a:r>
              <a:rPr lang="en-US" dirty="0"/>
              <a:t>Customer development</a:t>
            </a:r>
          </a:p>
        </p:txBody>
      </p:sp>
      <p:sp>
        <p:nvSpPr>
          <p:cNvPr id="20" name="Text Placeholder 7"/>
          <p:cNvSpPr>
            <a:spLocks noGrp="1"/>
          </p:cNvSpPr>
          <p:nvPr>
            <p:ph type="body" sz="quarter" idx="27" hasCustomPrompt="1"/>
          </p:nvPr>
        </p:nvSpPr>
        <p:spPr>
          <a:xfrm>
            <a:off x="16521811" y="6958161"/>
            <a:ext cx="6471906" cy="2462213"/>
          </a:xfrm>
          <a:prstGeom prst="rect">
            <a:avLst/>
          </a:prstGeom>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baseline="0">
                <a:solidFill>
                  <a:schemeClr val="tx1"/>
                </a:solidFill>
                <a:latin typeface="+mn-lt"/>
              </a:defRPr>
            </a:lvl1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a:t>Nunc </a:t>
            </a:r>
            <a:r>
              <a:rPr lang="en-US" dirty="0" err="1"/>
              <a:t>auctor</a:t>
            </a:r>
            <a:r>
              <a:rPr lang="en-US" dirty="0"/>
              <a:t> </a:t>
            </a:r>
            <a:r>
              <a:rPr lang="en-US" dirty="0" err="1"/>
              <a:t>tincidunt</a:t>
            </a:r>
            <a:r>
              <a:rPr lang="en-US" dirty="0"/>
              <a:t> </a:t>
            </a:r>
            <a:r>
              <a:rPr lang="en-US" dirty="0" err="1"/>
              <a:t>odio</a:t>
            </a:r>
            <a:r>
              <a:rPr lang="en-US" dirty="0"/>
              <a:t>, </a:t>
            </a:r>
            <a:r>
              <a:rPr lang="en-US" dirty="0" err="1"/>
              <a:t>eget</a:t>
            </a:r>
            <a:r>
              <a:rPr lang="en-US" dirty="0"/>
              <a:t> dictum dolor </a:t>
            </a:r>
            <a:r>
              <a:rPr lang="en-US" dirty="0" err="1"/>
              <a:t>consectetur</a:t>
            </a:r>
            <a:r>
              <a:rPr lang="en-US" dirty="0"/>
              <a:t> </a:t>
            </a:r>
            <a:r>
              <a:rPr lang="en-US" dirty="0" err="1"/>
              <a:t>ut.</a:t>
            </a:r>
            <a:r>
              <a:rPr lang="en-US" dirty="0"/>
              <a:t> </a:t>
            </a:r>
            <a:r>
              <a:rPr lang="en-US" dirty="0" err="1"/>
              <a:t>Quisque</a:t>
            </a:r>
            <a:r>
              <a:rPr lang="en-US" dirty="0"/>
              <a:t> et </a:t>
            </a:r>
            <a:r>
              <a:rPr lang="en-US" dirty="0" err="1"/>
              <a:t>lectus</a:t>
            </a:r>
            <a:r>
              <a:rPr lang="en-US" dirty="0"/>
              <a:t> vitae </a:t>
            </a:r>
            <a:r>
              <a:rPr lang="en-US" dirty="0" err="1"/>
              <a:t>urna</a:t>
            </a:r>
            <a:r>
              <a:rPr lang="en-US" dirty="0"/>
              <a:t> </a:t>
            </a:r>
            <a:r>
              <a:rPr lang="en-US" dirty="0" err="1"/>
              <a:t>condimentum</a:t>
            </a:r>
            <a:r>
              <a:rPr lang="en-US" dirty="0"/>
              <a:t> convallis.</a:t>
            </a:r>
          </a:p>
        </p:txBody>
      </p:sp>
      <p:sp>
        <p:nvSpPr>
          <p:cNvPr id="11" name="Text Placeholder 4"/>
          <p:cNvSpPr>
            <a:spLocks noGrp="1"/>
          </p:cNvSpPr>
          <p:nvPr>
            <p:ph type="body" sz="quarter" idx="11" hasCustomPrompt="1"/>
          </p:nvPr>
        </p:nvSpPr>
        <p:spPr>
          <a:xfrm>
            <a:off x="1390650" y="3583507"/>
            <a:ext cx="2160746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What we do?</a:t>
            </a:r>
            <a:endParaRPr lang="uk-UA" dirty="0"/>
          </a:p>
        </p:txBody>
      </p:sp>
    </p:spTree>
    <p:extLst>
      <p:ext uri="{BB962C8B-B14F-4D97-AF65-F5344CB8AC3E}">
        <p14:creationId xmlns:p14="http://schemas.microsoft.com/office/powerpoint/2010/main" val="3250902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oal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4" name="Text Placeholder 7"/>
          <p:cNvSpPr>
            <a:spLocks noGrp="1"/>
          </p:cNvSpPr>
          <p:nvPr>
            <p:ph type="body" sz="quarter" idx="26" hasCustomPrompt="1"/>
          </p:nvPr>
        </p:nvSpPr>
        <p:spPr>
          <a:xfrm>
            <a:off x="3033293" y="11334750"/>
            <a:ext cx="5377281" cy="512961"/>
          </a:xfrm>
          <a:prstGeom prst="rect">
            <a:avLst/>
          </a:prstGeom>
        </p:spPr>
        <p:txBody>
          <a:bodyPr wrap="square" lIns="0" tIns="0" rIns="0" bIns="0">
            <a:spAutoFit/>
          </a:bodyPr>
          <a:lstStyle>
            <a:lvl1pPr marL="0" marR="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sz="3200" cap="all" spc="0" baseline="0">
                <a:solidFill>
                  <a:schemeClr val="bg1"/>
                </a:solidFill>
                <a:latin typeface="+mj-lt"/>
              </a:defRPr>
            </a:lvl1pPr>
          </a:lstStyle>
          <a:p>
            <a:pPr marL="0" marR="0" lvl="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a:pPr>
            <a:r>
              <a:rPr lang="en-US" dirty="0"/>
              <a:t>Financial </a:t>
            </a:r>
            <a:r>
              <a:rPr lang="en-US" dirty="0" err="1"/>
              <a:t>lidership</a:t>
            </a:r>
            <a:endParaRPr lang="en-US" dirty="0"/>
          </a:p>
        </p:txBody>
      </p:sp>
      <p:sp>
        <p:nvSpPr>
          <p:cNvPr id="18" name="Text Placeholder 7"/>
          <p:cNvSpPr>
            <a:spLocks noGrp="1"/>
          </p:cNvSpPr>
          <p:nvPr>
            <p:ph type="body" sz="quarter" idx="27" hasCustomPrompt="1"/>
          </p:nvPr>
        </p:nvSpPr>
        <p:spPr>
          <a:xfrm>
            <a:off x="15971838" y="11334750"/>
            <a:ext cx="5404908" cy="512961"/>
          </a:xfrm>
          <a:prstGeom prst="rect">
            <a:avLst/>
          </a:prstGeom>
        </p:spPr>
        <p:txBody>
          <a:bodyPr wrap="square" lIns="0" tIns="0" rIns="0" bIns="0">
            <a:spAutoFit/>
          </a:bodyPr>
          <a:lstStyle>
            <a:lvl1pPr marL="0" marR="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sz="3200" cap="all" spc="0" baseline="0">
                <a:solidFill>
                  <a:schemeClr val="bg1"/>
                </a:solidFill>
                <a:latin typeface="+mj-lt"/>
              </a:defRPr>
            </a:lvl1pPr>
          </a:lstStyle>
          <a:p>
            <a:pPr marL="0" marR="0" lvl="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a:pPr>
            <a:r>
              <a:rPr lang="en-US" dirty="0"/>
              <a:t>Top rated company</a:t>
            </a:r>
          </a:p>
        </p:txBody>
      </p:sp>
      <p:sp>
        <p:nvSpPr>
          <p:cNvPr id="19" name="Text Placeholder 7"/>
          <p:cNvSpPr>
            <a:spLocks noGrp="1"/>
          </p:cNvSpPr>
          <p:nvPr>
            <p:ph type="body" sz="quarter" idx="28" hasCustomPrompt="1"/>
          </p:nvPr>
        </p:nvSpPr>
        <p:spPr>
          <a:xfrm>
            <a:off x="9491663" y="11334750"/>
            <a:ext cx="5399087" cy="512961"/>
          </a:xfrm>
          <a:prstGeom prst="rect">
            <a:avLst/>
          </a:prstGeom>
        </p:spPr>
        <p:txBody>
          <a:bodyPr wrap="square" lIns="0" tIns="0" rIns="0" bIns="0">
            <a:spAutoFit/>
          </a:bodyPr>
          <a:lstStyle>
            <a:lvl1pPr marL="0" marR="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sz="3200" cap="all" spc="0" baseline="0">
                <a:solidFill>
                  <a:schemeClr val="tx1"/>
                </a:solidFill>
                <a:latin typeface="+mj-lt"/>
              </a:defRPr>
            </a:lvl1pPr>
          </a:lstStyle>
          <a:p>
            <a:pPr marL="0" marR="0" lvl="0" indent="0" algn="ctr" defTabSz="1828709" rtl="0" eaLnBrk="1" fontAlgn="auto" latinLnBrk="0" hangingPunct="1">
              <a:lnSpc>
                <a:spcPts val="4000"/>
              </a:lnSpc>
              <a:spcBef>
                <a:spcPts val="0"/>
              </a:spcBef>
              <a:spcAft>
                <a:spcPts val="0"/>
              </a:spcAft>
              <a:buClrTx/>
              <a:buSzTx/>
              <a:buFont typeface="Arial" panose="020B0604020202020204" pitchFamily="34" charset="0"/>
              <a:buNone/>
              <a:tabLst/>
              <a:defRPr/>
            </a:pPr>
            <a:r>
              <a:rPr lang="en-US" dirty="0"/>
              <a:t>Satisfied customers</a:t>
            </a:r>
          </a:p>
        </p:txBody>
      </p:sp>
      <p:sp>
        <p:nvSpPr>
          <p:cNvPr id="11" name="Text Placeholder 4"/>
          <p:cNvSpPr>
            <a:spLocks noGrp="1"/>
          </p:cNvSpPr>
          <p:nvPr>
            <p:ph type="body" sz="quarter" idx="11" hasCustomPrompt="1"/>
          </p:nvPr>
        </p:nvSpPr>
        <p:spPr>
          <a:xfrm>
            <a:off x="3009901" y="3564457"/>
            <a:ext cx="18362614"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goals</a:t>
            </a:r>
            <a:endParaRPr lang="uk-UA" dirty="0"/>
          </a:p>
        </p:txBody>
      </p:sp>
      <p:sp>
        <p:nvSpPr>
          <p:cNvPr id="12" name="Text Placeholder 7"/>
          <p:cNvSpPr>
            <a:spLocks noGrp="1"/>
          </p:cNvSpPr>
          <p:nvPr>
            <p:ph type="body" sz="quarter" idx="12" hasCustomPrompt="1"/>
          </p:nvPr>
        </p:nvSpPr>
        <p:spPr>
          <a:xfrm>
            <a:off x="3009900" y="5872311"/>
            <a:ext cx="18362614" cy="1231106"/>
          </a:xfrm>
          <a:prstGeom prst="rect">
            <a:avLst/>
          </a:prstGeom>
        </p:spPr>
        <p:txBody>
          <a:bodyPr wrap="square" lIns="0" tIns="0" rIns="0" bIns="0">
            <a:spAutoFit/>
          </a:bodyPr>
          <a:lstStyle>
            <a:lvl1pPr marL="0" indent="0" algn="ctr">
              <a:lnSpc>
                <a:spcPts val="4800"/>
              </a:lnSpc>
              <a:spcBef>
                <a:spcPts val="0"/>
              </a:spcBef>
              <a:buNone/>
              <a:defRPr sz="3600" baseline="0">
                <a:solidFill>
                  <a:schemeClr val="tx1"/>
                </a:solidFill>
                <a:latin typeface="+mn-lt"/>
              </a:defRPr>
            </a:lvl1pPr>
          </a:lstStyle>
          <a:p>
            <a:pPr lvl="0"/>
            <a:r>
              <a:rPr lang="en-US" dirty="0" err="1"/>
              <a:t>Cras</a:t>
            </a:r>
            <a:r>
              <a:rPr lang="en-US" dirty="0"/>
              <a:t> a </a:t>
            </a:r>
            <a:r>
              <a:rPr lang="en-US" dirty="0" err="1"/>
              <a:t>malesuada</a:t>
            </a:r>
            <a:r>
              <a:rPr lang="en-US" dirty="0"/>
              <a:t> </a:t>
            </a:r>
            <a:r>
              <a:rPr lang="en-US" dirty="0" err="1"/>
              <a:t>enim</a:t>
            </a:r>
            <a:r>
              <a:rPr lang="en-US" dirty="0"/>
              <a:t>. </a:t>
            </a:r>
            <a:r>
              <a:rPr lang="en-US" dirty="0" err="1"/>
              <a:t>Curabitur</a:t>
            </a:r>
            <a:r>
              <a:rPr lang="en-US" dirty="0"/>
              <a:t> non </a:t>
            </a:r>
            <a:r>
              <a:rPr lang="en-US" dirty="0" err="1"/>
              <a:t>elit</a:t>
            </a:r>
            <a:r>
              <a:rPr lang="en-US" dirty="0"/>
              <a:t> </a:t>
            </a:r>
            <a:r>
              <a:rPr lang="en-US" dirty="0" err="1"/>
              <a:t>ut</a:t>
            </a:r>
            <a:r>
              <a:rPr lang="en-US" dirty="0"/>
              <a:t> </a:t>
            </a:r>
            <a:r>
              <a:rPr lang="en-US" dirty="0" err="1"/>
              <a:t>urna</a:t>
            </a:r>
            <a:r>
              <a:rPr lang="en-US" dirty="0"/>
              <a:t> </a:t>
            </a:r>
            <a:r>
              <a:rPr lang="en-US" dirty="0" err="1"/>
              <a:t>rutrum</a:t>
            </a:r>
            <a:r>
              <a:rPr lang="en-US" dirty="0"/>
              <a:t> </a:t>
            </a:r>
            <a:r>
              <a:rPr lang="en-US" dirty="0" err="1"/>
              <a:t>pulvinar</a:t>
            </a:r>
            <a:r>
              <a:rPr lang="en-US" dirty="0"/>
              <a:t> at </a:t>
            </a:r>
            <a:r>
              <a:rPr lang="en-US" dirty="0" err="1"/>
              <a:t>at</a:t>
            </a:r>
            <a:r>
              <a:rPr lang="en-US" dirty="0"/>
              <a:t> ligula. In tempus </a:t>
            </a:r>
            <a:r>
              <a:rPr lang="en-US" dirty="0" err="1"/>
              <a:t>volutpat</a:t>
            </a:r>
            <a:r>
              <a:rPr lang="en-US" dirty="0"/>
              <a:t> lorem, at tempus mi </a:t>
            </a:r>
            <a:r>
              <a:rPr lang="en-US" dirty="0" err="1"/>
              <a:t>rhoncus</a:t>
            </a:r>
            <a:r>
              <a:rPr lang="en-US" dirty="0"/>
              <a:t> ac. </a:t>
            </a:r>
            <a:r>
              <a:rPr lang="en-US" dirty="0" err="1"/>
              <a:t>Donec</a:t>
            </a:r>
            <a:r>
              <a:rPr lang="en-US" dirty="0"/>
              <a:t> </a:t>
            </a:r>
            <a:r>
              <a:rPr lang="en-US" dirty="0" err="1"/>
              <a:t>eros</a:t>
            </a:r>
            <a:r>
              <a:rPr lang="en-US" dirty="0"/>
              <a:t> </a:t>
            </a:r>
            <a:r>
              <a:rPr lang="en-US" dirty="0" err="1"/>
              <a:t>turpis</a:t>
            </a:r>
            <a:r>
              <a:rPr lang="en-US" dirty="0"/>
              <a:t>, </a:t>
            </a:r>
            <a:r>
              <a:rPr lang="en-US" dirty="0" err="1"/>
              <a:t>tempor</a:t>
            </a:r>
            <a:r>
              <a:rPr lang="en-US" dirty="0"/>
              <a:t> </a:t>
            </a:r>
            <a:r>
              <a:rPr lang="en-US" dirty="0" err="1"/>
              <a:t>ut</a:t>
            </a:r>
            <a:r>
              <a:rPr lang="en-US" dirty="0"/>
              <a:t> </a:t>
            </a:r>
            <a:r>
              <a:rPr lang="en-US" dirty="0" err="1"/>
              <a:t>sem</a:t>
            </a:r>
            <a:r>
              <a:rPr lang="en-US" dirty="0"/>
              <a:t> vel.</a:t>
            </a:r>
          </a:p>
        </p:txBody>
      </p:sp>
    </p:spTree>
    <p:extLst>
      <p:ext uri="{BB962C8B-B14F-4D97-AF65-F5344CB8AC3E}">
        <p14:creationId xmlns:p14="http://schemas.microsoft.com/office/powerpoint/2010/main" val="15512445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alue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9" name="Text Placeholder 3"/>
          <p:cNvSpPr>
            <a:spLocks noGrp="1"/>
          </p:cNvSpPr>
          <p:nvPr>
            <p:ph type="body" sz="quarter" idx="13" hasCustomPrompt="1"/>
          </p:nvPr>
        </p:nvSpPr>
        <p:spPr>
          <a:xfrm>
            <a:off x="2481037" y="5866956"/>
            <a:ext cx="5389788" cy="2462213"/>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Donec</a:t>
            </a:r>
            <a:r>
              <a:rPr lang="en-US" dirty="0"/>
              <a:t> </a:t>
            </a:r>
            <a:r>
              <a:rPr lang="en-US" dirty="0" err="1"/>
              <a:t>quis</a:t>
            </a:r>
            <a:r>
              <a:rPr lang="en-US" dirty="0"/>
              <a:t> </a:t>
            </a:r>
            <a:r>
              <a:rPr lang="en-US" dirty="0" err="1"/>
              <a:t>tortor</a:t>
            </a:r>
            <a:r>
              <a:rPr lang="en-US" dirty="0"/>
              <a:t> </a:t>
            </a:r>
            <a:r>
              <a:rPr lang="en-US" dirty="0" err="1"/>
              <a:t>vel</a:t>
            </a:r>
            <a:r>
              <a:rPr lang="en-US" dirty="0"/>
              <a:t> </a:t>
            </a:r>
            <a:r>
              <a:rPr lang="en-US" dirty="0" err="1"/>
              <a:t>eleifend</a:t>
            </a:r>
            <a:r>
              <a:rPr lang="en-US" dirty="0"/>
              <a:t>, </a:t>
            </a:r>
            <a:r>
              <a:rPr lang="en-US" dirty="0" err="1"/>
              <a:t>viverra</a:t>
            </a:r>
            <a:r>
              <a:rPr lang="en-US" dirty="0"/>
              <a:t> </a:t>
            </a:r>
            <a:r>
              <a:rPr lang="en-US" dirty="0" err="1"/>
              <a:t>neque</a:t>
            </a:r>
            <a:r>
              <a:rPr lang="en-US" dirty="0"/>
              <a:t> a, </a:t>
            </a:r>
            <a:r>
              <a:rPr lang="en-US" dirty="0" err="1"/>
              <a:t>volutpat</a:t>
            </a:r>
            <a:r>
              <a:rPr lang="en-US" dirty="0"/>
              <a:t> </a:t>
            </a:r>
            <a:r>
              <a:rPr lang="en-US" dirty="0" err="1"/>
              <a:t>justo</a:t>
            </a:r>
            <a:r>
              <a:rPr lang="en-US" dirty="0"/>
              <a:t>. Nam </a:t>
            </a:r>
            <a:r>
              <a:rPr lang="en-US" dirty="0" err="1"/>
              <a:t>vestibulum</a:t>
            </a:r>
            <a:r>
              <a:rPr lang="en-US" dirty="0"/>
              <a:t> </a:t>
            </a:r>
            <a:r>
              <a:rPr lang="en-US" dirty="0" err="1"/>
              <a:t>luctus</a:t>
            </a:r>
            <a:r>
              <a:rPr lang="en-US" dirty="0"/>
              <a:t> </a:t>
            </a:r>
            <a:r>
              <a:rPr lang="en-US" dirty="0" err="1"/>
              <a:t>enim</a:t>
            </a:r>
            <a:r>
              <a:rPr lang="en-US" dirty="0"/>
              <a:t>.</a:t>
            </a:r>
          </a:p>
        </p:txBody>
      </p:sp>
      <p:sp>
        <p:nvSpPr>
          <p:cNvPr id="10" name="Text Placeholder 3"/>
          <p:cNvSpPr>
            <a:spLocks noGrp="1"/>
          </p:cNvSpPr>
          <p:nvPr>
            <p:ph type="body" sz="quarter" idx="16" hasCustomPrompt="1"/>
          </p:nvPr>
        </p:nvSpPr>
        <p:spPr>
          <a:xfrm>
            <a:off x="9472612" y="5866956"/>
            <a:ext cx="5437188" cy="2462213"/>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Ut</a:t>
            </a:r>
            <a:r>
              <a:rPr lang="en-US" dirty="0"/>
              <a:t> </a:t>
            </a:r>
            <a:r>
              <a:rPr lang="en-US" dirty="0" err="1"/>
              <a:t>vehicula</a:t>
            </a:r>
            <a:r>
              <a:rPr lang="en-US" dirty="0"/>
              <a:t> </a:t>
            </a:r>
            <a:r>
              <a:rPr lang="en-US" dirty="0" err="1"/>
              <a:t>velit</a:t>
            </a:r>
            <a:r>
              <a:rPr lang="en-US" dirty="0"/>
              <a:t> </a:t>
            </a:r>
            <a:r>
              <a:rPr lang="en-US" dirty="0" err="1"/>
              <a:t>nec</a:t>
            </a:r>
            <a:r>
              <a:rPr lang="en-US" dirty="0"/>
              <a:t> mi </a:t>
            </a:r>
            <a:r>
              <a:rPr lang="en-US" dirty="0" err="1"/>
              <a:t>pellentesque</a:t>
            </a:r>
            <a:r>
              <a:rPr lang="en-US" dirty="0"/>
              <a:t> </a:t>
            </a:r>
            <a:r>
              <a:rPr lang="en-US" dirty="0" err="1"/>
              <a:t>ornare</a:t>
            </a:r>
            <a:r>
              <a:rPr lang="en-US" dirty="0"/>
              <a:t>. </a:t>
            </a:r>
            <a:r>
              <a:rPr lang="en-US" dirty="0" err="1"/>
              <a:t>Vestibulum</a:t>
            </a:r>
            <a:r>
              <a:rPr lang="en-US" dirty="0"/>
              <a:t> </a:t>
            </a:r>
            <a:r>
              <a:rPr lang="en-US" dirty="0" err="1"/>
              <a:t>ultrices</a:t>
            </a:r>
            <a:r>
              <a:rPr lang="en-US" dirty="0"/>
              <a:t> </a:t>
            </a:r>
            <a:r>
              <a:rPr lang="en-US" dirty="0" err="1"/>
              <a:t>urna</a:t>
            </a:r>
            <a:r>
              <a:rPr lang="en-US" dirty="0"/>
              <a:t> </a:t>
            </a:r>
            <a:r>
              <a:rPr lang="en-US" dirty="0" err="1"/>
              <a:t>enim</a:t>
            </a:r>
            <a:r>
              <a:rPr lang="en-US" dirty="0"/>
              <a:t>, et </a:t>
            </a:r>
            <a:r>
              <a:rPr lang="en-US" dirty="0" err="1"/>
              <a:t>varius</a:t>
            </a:r>
            <a:r>
              <a:rPr lang="en-US" dirty="0"/>
              <a:t> </a:t>
            </a:r>
            <a:r>
              <a:rPr lang="en-US" dirty="0" err="1"/>
              <a:t>arcu</a:t>
            </a:r>
            <a:r>
              <a:rPr lang="en-US" dirty="0"/>
              <a:t>.</a:t>
            </a:r>
          </a:p>
        </p:txBody>
      </p:sp>
      <p:sp>
        <p:nvSpPr>
          <p:cNvPr id="13" name="Text Placeholder 3"/>
          <p:cNvSpPr>
            <a:spLocks noGrp="1"/>
          </p:cNvSpPr>
          <p:nvPr>
            <p:ph type="body" sz="quarter" idx="17" hasCustomPrompt="1"/>
          </p:nvPr>
        </p:nvSpPr>
        <p:spPr>
          <a:xfrm>
            <a:off x="16467137" y="5866956"/>
            <a:ext cx="5437188" cy="2462213"/>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Pellentesque</a:t>
            </a:r>
            <a:r>
              <a:rPr lang="en-US" dirty="0"/>
              <a:t> dictum </a:t>
            </a:r>
            <a:r>
              <a:rPr lang="en-US" dirty="0" err="1"/>
              <a:t>erat</a:t>
            </a:r>
            <a:r>
              <a:rPr lang="en-US" dirty="0"/>
              <a:t> sit </a:t>
            </a:r>
            <a:r>
              <a:rPr lang="en-US" dirty="0" err="1"/>
              <a:t>amet</a:t>
            </a:r>
            <a:r>
              <a:rPr lang="en-US" dirty="0"/>
              <a:t> </a:t>
            </a:r>
            <a:r>
              <a:rPr lang="en-US" dirty="0" err="1"/>
              <a:t>erat</a:t>
            </a:r>
            <a:r>
              <a:rPr lang="en-US" dirty="0"/>
              <a:t> </a:t>
            </a:r>
            <a:r>
              <a:rPr lang="en-US" dirty="0" err="1"/>
              <a:t>iaculis</a:t>
            </a:r>
            <a:r>
              <a:rPr lang="en-US" dirty="0"/>
              <a:t> </a:t>
            </a:r>
            <a:r>
              <a:rPr lang="en-US" dirty="0" err="1"/>
              <a:t>interdum</a:t>
            </a:r>
            <a:r>
              <a:rPr lang="en-US" dirty="0"/>
              <a:t>. </a:t>
            </a:r>
            <a:r>
              <a:rPr lang="en-US" dirty="0" err="1"/>
              <a:t>Sed</a:t>
            </a:r>
            <a:r>
              <a:rPr lang="en-US" dirty="0"/>
              <a:t> dictum </a:t>
            </a:r>
            <a:r>
              <a:rPr lang="en-US" dirty="0" err="1"/>
              <a:t>augue</a:t>
            </a:r>
            <a:r>
              <a:rPr lang="en-US" dirty="0"/>
              <a:t> </a:t>
            </a:r>
            <a:r>
              <a:rPr lang="en-US" dirty="0" err="1"/>
              <a:t>tortor</a:t>
            </a:r>
            <a:r>
              <a:rPr lang="en-US" dirty="0"/>
              <a:t> </a:t>
            </a:r>
            <a:r>
              <a:rPr lang="en-US" dirty="0" err="1"/>
              <a:t>augue</a:t>
            </a:r>
            <a:r>
              <a:rPr lang="en-US" dirty="0"/>
              <a:t> </a:t>
            </a:r>
            <a:r>
              <a:rPr lang="en-US" dirty="0" err="1"/>
              <a:t>tortor</a:t>
            </a:r>
            <a:r>
              <a:rPr lang="en-US" dirty="0"/>
              <a:t>.</a:t>
            </a:r>
          </a:p>
        </p:txBody>
      </p:sp>
      <p:sp>
        <p:nvSpPr>
          <p:cNvPr id="11" name="Text Placeholder 4"/>
          <p:cNvSpPr>
            <a:spLocks noGrp="1"/>
          </p:cNvSpPr>
          <p:nvPr>
            <p:ph type="body" sz="quarter" idx="11" hasCustomPrompt="1"/>
          </p:nvPr>
        </p:nvSpPr>
        <p:spPr>
          <a:xfrm>
            <a:off x="2470150" y="3564457"/>
            <a:ext cx="1944211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values</a:t>
            </a:r>
            <a:endParaRPr lang="uk-UA" dirty="0"/>
          </a:p>
        </p:txBody>
      </p:sp>
    </p:spTree>
    <p:extLst>
      <p:ext uri="{BB962C8B-B14F-4D97-AF65-F5344CB8AC3E}">
        <p14:creationId xmlns:p14="http://schemas.microsoft.com/office/powerpoint/2010/main" val="10254772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2" name="Picture Placeholder 5"/>
          <p:cNvSpPr>
            <a:spLocks noGrp="1"/>
          </p:cNvSpPr>
          <p:nvPr>
            <p:ph type="pic" sz="quarter" idx="28" hasCustomPrompt="1"/>
          </p:nvPr>
        </p:nvSpPr>
        <p:spPr>
          <a:xfrm>
            <a:off x="3009901" y="6014478"/>
            <a:ext cx="4854538" cy="3780000"/>
          </a:xfrm>
          <a:prstGeom prst="rect">
            <a:avLst/>
          </a:prstGeom>
          <a:pattFill prst="lgCheck">
            <a:fgClr>
              <a:schemeClr val="tx1"/>
            </a:fgClr>
            <a:bgClr>
              <a:schemeClr val="tx1">
                <a:lumMod val="75000"/>
              </a:schemeClr>
            </a:bgClr>
          </a:pattFill>
          <a:ln w="76200">
            <a:noFill/>
          </a:ln>
        </p:spPr>
        <p:txBody>
          <a:bodyPr anchor="ctr"/>
          <a:lstStyle>
            <a:lvl1pPr marL="0" indent="0" algn="ctr">
              <a:buNone/>
              <a:defRPr sz="2800">
                <a:solidFill>
                  <a:schemeClr val="bg1"/>
                </a:solidFill>
              </a:defRPr>
            </a:lvl1pPr>
          </a:lstStyle>
          <a:p>
            <a:r>
              <a:rPr lang="en-US" dirty="0"/>
              <a:t>Picture</a:t>
            </a:r>
            <a:endParaRPr lang="uk-UA" dirty="0"/>
          </a:p>
        </p:txBody>
      </p:sp>
      <p:sp>
        <p:nvSpPr>
          <p:cNvPr id="14" name="Picture Placeholder 5"/>
          <p:cNvSpPr>
            <a:spLocks noGrp="1"/>
          </p:cNvSpPr>
          <p:nvPr>
            <p:ph type="pic" sz="quarter" idx="29" hasCustomPrompt="1"/>
          </p:nvPr>
        </p:nvSpPr>
        <p:spPr>
          <a:xfrm>
            <a:off x="9757246" y="6014478"/>
            <a:ext cx="4854538" cy="3780000"/>
          </a:xfrm>
          <a:prstGeom prst="rect">
            <a:avLst/>
          </a:prstGeom>
          <a:pattFill prst="lgCheck">
            <a:fgClr>
              <a:schemeClr val="tx1"/>
            </a:fgClr>
            <a:bgClr>
              <a:schemeClr val="tx1">
                <a:lumMod val="75000"/>
              </a:schemeClr>
            </a:bgClr>
          </a:pattFill>
          <a:ln w="76200">
            <a:noFill/>
          </a:ln>
        </p:spPr>
        <p:txBody>
          <a:bodyPr anchor="ctr"/>
          <a:lstStyle>
            <a:lvl1pPr marL="0" indent="0" algn="ctr">
              <a:buNone/>
              <a:defRPr sz="2800">
                <a:solidFill>
                  <a:schemeClr val="bg1"/>
                </a:solidFill>
              </a:defRPr>
            </a:lvl1pPr>
          </a:lstStyle>
          <a:p>
            <a:r>
              <a:rPr lang="en-US" dirty="0"/>
              <a:t>Picture</a:t>
            </a:r>
            <a:endParaRPr lang="uk-UA" dirty="0"/>
          </a:p>
        </p:txBody>
      </p:sp>
      <p:sp>
        <p:nvSpPr>
          <p:cNvPr id="15" name="Picture Placeholder 5"/>
          <p:cNvSpPr>
            <a:spLocks noGrp="1"/>
          </p:cNvSpPr>
          <p:nvPr>
            <p:ph type="pic" sz="quarter" idx="30" hasCustomPrompt="1"/>
          </p:nvPr>
        </p:nvSpPr>
        <p:spPr>
          <a:xfrm>
            <a:off x="16517974" y="6014478"/>
            <a:ext cx="4854538" cy="3780000"/>
          </a:xfrm>
          <a:prstGeom prst="rect">
            <a:avLst/>
          </a:prstGeom>
          <a:pattFill prst="lgCheck">
            <a:fgClr>
              <a:schemeClr val="tx1"/>
            </a:fgClr>
            <a:bgClr>
              <a:schemeClr val="tx1">
                <a:lumMod val="75000"/>
              </a:schemeClr>
            </a:bgClr>
          </a:pattFill>
          <a:ln w="76200">
            <a:noFill/>
          </a:ln>
        </p:spPr>
        <p:txBody>
          <a:bodyPr anchor="ctr"/>
          <a:lstStyle>
            <a:lvl1pPr marL="0" indent="0" algn="ctr">
              <a:buNone/>
              <a:defRPr sz="2800">
                <a:solidFill>
                  <a:schemeClr val="bg1"/>
                </a:solidFill>
              </a:defRPr>
            </a:lvl1pPr>
          </a:lstStyle>
          <a:p>
            <a:r>
              <a:rPr lang="en-US" dirty="0"/>
              <a:t>Picture</a:t>
            </a:r>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Text Placeholder 3"/>
          <p:cNvSpPr>
            <a:spLocks noGrp="1"/>
          </p:cNvSpPr>
          <p:nvPr>
            <p:ph type="body" sz="quarter" idx="16" hasCustomPrompt="1"/>
          </p:nvPr>
        </p:nvSpPr>
        <p:spPr>
          <a:xfrm>
            <a:off x="3009901" y="10869519"/>
            <a:ext cx="4837661"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Manager</a:t>
            </a:r>
          </a:p>
        </p:txBody>
      </p:sp>
      <p:sp>
        <p:nvSpPr>
          <p:cNvPr id="16" name="Text Placeholder 3"/>
          <p:cNvSpPr>
            <a:spLocks noGrp="1"/>
          </p:cNvSpPr>
          <p:nvPr>
            <p:ph type="body" sz="quarter" idx="31" hasCustomPrompt="1"/>
          </p:nvPr>
        </p:nvSpPr>
        <p:spPr>
          <a:xfrm>
            <a:off x="3009901" y="10178185"/>
            <a:ext cx="4837661"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Jane Smith</a:t>
            </a:r>
          </a:p>
        </p:txBody>
      </p:sp>
      <p:sp>
        <p:nvSpPr>
          <p:cNvPr id="17" name="Text Placeholder 3"/>
          <p:cNvSpPr>
            <a:spLocks noGrp="1"/>
          </p:cNvSpPr>
          <p:nvPr>
            <p:ph type="body" sz="quarter" idx="33" hasCustomPrompt="1"/>
          </p:nvPr>
        </p:nvSpPr>
        <p:spPr>
          <a:xfrm>
            <a:off x="9758884" y="10178185"/>
            <a:ext cx="4864644"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John Smith</a:t>
            </a:r>
          </a:p>
        </p:txBody>
      </p:sp>
      <p:sp>
        <p:nvSpPr>
          <p:cNvPr id="18" name="Text Placeholder 3"/>
          <p:cNvSpPr>
            <a:spLocks noGrp="1"/>
          </p:cNvSpPr>
          <p:nvPr>
            <p:ph type="body" sz="quarter" idx="35" hasCustomPrompt="1"/>
          </p:nvPr>
        </p:nvSpPr>
        <p:spPr>
          <a:xfrm>
            <a:off x="16534850" y="10178185"/>
            <a:ext cx="4837663"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Joana Doe</a:t>
            </a:r>
          </a:p>
        </p:txBody>
      </p:sp>
      <p:sp>
        <p:nvSpPr>
          <p:cNvPr id="19" name="Text Placeholder 3"/>
          <p:cNvSpPr>
            <a:spLocks noGrp="1"/>
          </p:cNvSpPr>
          <p:nvPr>
            <p:ph type="body" sz="quarter" idx="36" hasCustomPrompt="1"/>
          </p:nvPr>
        </p:nvSpPr>
        <p:spPr>
          <a:xfrm>
            <a:off x="9745394" y="10869519"/>
            <a:ext cx="489162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Director</a:t>
            </a:r>
          </a:p>
        </p:txBody>
      </p:sp>
      <p:sp>
        <p:nvSpPr>
          <p:cNvPr id="20" name="Text Placeholder 3"/>
          <p:cNvSpPr>
            <a:spLocks noGrp="1"/>
          </p:cNvSpPr>
          <p:nvPr>
            <p:ph type="body" sz="quarter" idx="37" hasCustomPrompt="1"/>
          </p:nvPr>
        </p:nvSpPr>
        <p:spPr>
          <a:xfrm>
            <a:off x="16561831" y="10869519"/>
            <a:ext cx="4810682"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CEO/Founder</a:t>
            </a:r>
          </a:p>
        </p:txBody>
      </p:sp>
      <p:sp>
        <p:nvSpPr>
          <p:cNvPr id="11" name="Text Placeholder 4"/>
          <p:cNvSpPr>
            <a:spLocks noGrp="1"/>
          </p:cNvSpPr>
          <p:nvPr>
            <p:ph type="body" sz="quarter" idx="11" hasCustomPrompt="1"/>
          </p:nvPr>
        </p:nvSpPr>
        <p:spPr>
          <a:xfrm>
            <a:off x="3009900" y="3564457"/>
            <a:ext cx="1836261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team</a:t>
            </a:r>
            <a:endParaRPr lang="uk-UA" dirty="0"/>
          </a:p>
        </p:txBody>
      </p:sp>
    </p:spTree>
    <p:extLst>
      <p:ext uri="{BB962C8B-B14F-4D97-AF65-F5344CB8AC3E}">
        <p14:creationId xmlns:p14="http://schemas.microsoft.com/office/powerpoint/2010/main" val="38823039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stimonials">
    <p:spTree>
      <p:nvGrpSpPr>
        <p:cNvPr id="1" name=""/>
        <p:cNvGrpSpPr/>
        <p:nvPr/>
      </p:nvGrpSpPr>
      <p:grpSpPr>
        <a:xfrm>
          <a:off x="0" y="0"/>
          <a:ext cx="0" cy="0"/>
          <a:chOff x="0" y="0"/>
          <a:chExt cx="0" cy="0"/>
        </a:xfrm>
      </p:grpSpPr>
      <p:sp>
        <p:nvSpPr>
          <p:cNvPr id="9" name="Picture Placeholder 4"/>
          <p:cNvSpPr>
            <a:spLocks noGrp="1"/>
          </p:cNvSpPr>
          <p:nvPr>
            <p:ph type="pic" sz="quarter" idx="16"/>
          </p:nvPr>
        </p:nvSpPr>
        <p:spPr>
          <a:xfrm>
            <a:off x="0" y="0"/>
            <a:ext cx="24382413" cy="13716000"/>
          </a:xfrm>
          <a:prstGeom prst="rect">
            <a:avLst/>
          </a:prstGeom>
          <a:pattFill prst="lgCheck">
            <a:fgClr>
              <a:schemeClr val="tx1"/>
            </a:fgClr>
            <a:bgClr>
              <a:schemeClr val="tx1">
                <a:lumMod val="75000"/>
              </a:schemeClr>
            </a:bgClr>
          </a:pattFill>
        </p:spPr>
        <p:txBody>
          <a:bodyPr anchor="t"/>
          <a:lstStyle>
            <a:lvl1pPr marL="0" indent="0" algn="ctr">
              <a:buNone/>
              <a:defRPr sz="2800">
                <a:solidFill>
                  <a:schemeClr val="bg1"/>
                </a:solidFill>
              </a:defRPr>
            </a:lvl1pPr>
          </a:lstStyle>
          <a:p>
            <a:endParaRPr lang="ru-RU"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Text Placeholder 7"/>
          <p:cNvSpPr>
            <a:spLocks noGrp="1"/>
          </p:cNvSpPr>
          <p:nvPr>
            <p:ph type="body" sz="quarter" idx="12" hasCustomPrompt="1"/>
          </p:nvPr>
        </p:nvSpPr>
        <p:spPr>
          <a:xfrm>
            <a:off x="12760750" y="9102408"/>
            <a:ext cx="8620033" cy="600164"/>
          </a:xfrm>
          <a:prstGeom prst="rect">
            <a:avLst/>
          </a:prstGeom>
        </p:spPr>
        <p:txBody>
          <a:bodyPr wrap="square" lIns="0" tIns="0" rIns="0" bIns="0">
            <a:spAutoFit/>
          </a:bodyPr>
          <a:lstStyle>
            <a:lvl1pPr marL="0" indent="0" algn="l">
              <a:lnSpc>
                <a:spcPts val="4800"/>
              </a:lnSpc>
              <a:spcBef>
                <a:spcPts val="0"/>
              </a:spcBef>
              <a:buNone/>
              <a:defRPr sz="3600" cap="all" baseline="0">
                <a:solidFill>
                  <a:schemeClr val="accent1"/>
                </a:solidFill>
                <a:latin typeface="+mj-lt"/>
              </a:defRPr>
            </a:lvl1pPr>
          </a:lstStyle>
          <a:p>
            <a:pPr lvl="0"/>
            <a:r>
              <a:rPr lang="en-US" dirty="0"/>
              <a:t>John Smith (Manager)</a:t>
            </a:r>
          </a:p>
        </p:txBody>
      </p:sp>
      <p:sp>
        <p:nvSpPr>
          <p:cNvPr id="21" name="Text Placeholder 3"/>
          <p:cNvSpPr>
            <a:spLocks noGrp="1"/>
          </p:cNvSpPr>
          <p:nvPr>
            <p:ph type="body" sz="quarter" idx="20" hasCustomPrompt="1"/>
          </p:nvPr>
        </p:nvSpPr>
        <p:spPr>
          <a:xfrm>
            <a:off x="18127079" y="1128415"/>
            <a:ext cx="4864685"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testimonials</a:t>
            </a:r>
            <a:endParaRPr lang="uk-UA" dirty="0"/>
          </a:p>
        </p:txBody>
      </p:sp>
      <p:sp>
        <p:nvSpPr>
          <p:cNvPr id="11" name="Text Placeholder 3"/>
          <p:cNvSpPr>
            <a:spLocks noGrp="1"/>
          </p:cNvSpPr>
          <p:nvPr>
            <p:ph type="body" sz="quarter" idx="13" hasCustomPrompt="1"/>
          </p:nvPr>
        </p:nvSpPr>
        <p:spPr>
          <a:xfrm>
            <a:off x="12728350" y="5050879"/>
            <a:ext cx="8629876" cy="3077766"/>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“Present your startup provides valuable skills and network to help you move further in your entrepreneurial journey. The program gave me the right tools to feel confident and comfortable on stage.”</a:t>
            </a:r>
          </a:p>
        </p:txBody>
      </p:sp>
    </p:spTree>
    <p:extLst>
      <p:ext uri="{BB962C8B-B14F-4D97-AF65-F5344CB8AC3E}">
        <p14:creationId xmlns:p14="http://schemas.microsoft.com/office/powerpoint/2010/main" val="460044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artner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0" name="Text Placeholder 4"/>
          <p:cNvSpPr>
            <a:spLocks noGrp="1"/>
          </p:cNvSpPr>
          <p:nvPr>
            <p:ph type="body" sz="quarter" idx="11" hasCustomPrompt="1"/>
          </p:nvPr>
        </p:nvSpPr>
        <p:spPr>
          <a:xfrm>
            <a:off x="4629150" y="3564457"/>
            <a:ext cx="15124112"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clients</a:t>
            </a:r>
            <a:endParaRPr lang="uk-UA" dirty="0"/>
          </a:p>
        </p:txBody>
      </p:sp>
      <p:sp>
        <p:nvSpPr>
          <p:cNvPr id="11" name="Picture Placeholder 4"/>
          <p:cNvSpPr>
            <a:spLocks noGrp="1"/>
          </p:cNvSpPr>
          <p:nvPr>
            <p:ph type="pic" sz="quarter" idx="16"/>
          </p:nvPr>
        </p:nvSpPr>
        <p:spPr>
          <a:xfrm>
            <a:off x="4545038" y="577850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2" name="Picture Placeholder 4"/>
          <p:cNvSpPr>
            <a:spLocks noGrp="1"/>
          </p:cNvSpPr>
          <p:nvPr>
            <p:ph type="pic" sz="quarter" idx="17"/>
          </p:nvPr>
        </p:nvSpPr>
        <p:spPr>
          <a:xfrm>
            <a:off x="8385490" y="577850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3" name="Picture Placeholder 4"/>
          <p:cNvSpPr>
            <a:spLocks noGrp="1"/>
          </p:cNvSpPr>
          <p:nvPr>
            <p:ph type="pic" sz="quarter" idx="18"/>
          </p:nvPr>
        </p:nvSpPr>
        <p:spPr>
          <a:xfrm>
            <a:off x="12225942" y="577850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4" name="Picture Placeholder 4"/>
          <p:cNvSpPr>
            <a:spLocks noGrp="1"/>
          </p:cNvSpPr>
          <p:nvPr>
            <p:ph type="pic" sz="quarter" idx="19"/>
          </p:nvPr>
        </p:nvSpPr>
        <p:spPr>
          <a:xfrm>
            <a:off x="16066395" y="577850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5" name="Picture Placeholder 4"/>
          <p:cNvSpPr>
            <a:spLocks noGrp="1"/>
          </p:cNvSpPr>
          <p:nvPr>
            <p:ph type="pic" sz="quarter" idx="20"/>
          </p:nvPr>
        </p:nvSpPr>
        <p:spPr>
          <a:xfrm>
            <a:off x="4545038" y="786743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6" name="Picture Placeholder 4"/>
          <p:cNvSpPr>
            <a:spLocks noGrp="1"/>
          </p:cNvSpPr>
          <p:nvPr>
            <p:ph type="pic" sz="quarter" idx="21"/>
          </p:nvPr>
        </p:nvSpPr>
        <p:spPr>
          <a:xfrm>
            <a:off x="8385490" y="786743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7" name="Picture Placeholder 4"/>
          <p:cNvSpPr>
            <a:spLocks noGrp="1"/>
          </p:cNvSpPr>
          <p:nvPr>
            <p:ph type="pic" sz="quarter" idx="22"/>
          </p:nvPr>
        </p:nvSpPr>
        <p:spPr>
          <a:xfrm>
            <a:off x="12225942" y="786743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8" name="Picture Placeholder 4"/>
          <p:cNvSpPr>
            <a:spLocks noGrp="1"/>
          </p:cNvSpPr>
          <p:nvPr>
            <p:ph type="pic" sz="quarter" idx="23"/>
          </p:nvPr>
        </p:nvSpPr>
        <p:spPr>
          <a:xfrm>
            <a:off x="16066395" y="7867430"/>
            <a:ext cx="3779837" cy="201295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Tree>
    <p:extLst>
      <p:ext uri="{BB962C8B-B14F-4D97-AF65-F5344CB8AC3E}">
        <p14:creationId xmlns:p14="http://schemas.microsoft.com/office/powerpoint/2010/main" val="2304124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ation">
    <p:spTree>
      <p:nvGrpSpPr>
        <p:cNvPr id="1" name=""/>
        <p:cNvGrpSpPr/>
        <p:nvPr/>
      </p:nvGrpSpPr>
      <p:grpSpPr>
        <a:xfrm>
          <a:off x="0" y="0"/>
          <a:ext cx="0" cy="0"/>
          <a:chOff x="0" y="0"/>
          <a:chExt cx="0" cy="0"/>
        </a:xfrm>
      </p:grpSpPr>
      <p:sp>
        <p:nvSpPr>
          <p:cNvPr id="8" name="Picture Placeholder 4"/>
          <p:cNvSpPr>
            <a:spLocks noGrp="1"/>
          </p:cNvSpPr>
          <p:nvPr>
            <p:ph type="pic" sz="quarter" idx="16"/>
          </p:nvPr>
        </p:nvSpPr>
        <p:spPr>
          <a:xfrm>
            <a:off x="0" y="0"/>
            <a:ext cx="24382413" cy="13716000"/>
          </a:xfrm>
          <a:prstGeom prst="rect">
            <a:avLst/>
          </a:prstGeom>
          <a:pattFill prst="lgCheck">
            <a:fgClr>
              <a:schemeClr val="tx1"/>
            </a:fgClr>
            <a:bgClr>
              <a:schemeClr val="tx1">
                <a:lumMod val="75000"/>
              </a:schemeClr>
            </a:bgClr>
          </a:pattFill>
        </p:spPr>
        <p:txBody>
          <a:bodyPr anchor="t"/>
          <a:lstStyle>
            <a:lvl1pPr marL="0" indent="0" algn="ctr">
              <a:buNone/>
              <a:defRPr sz="2800">
                <a:solidFill>
                  <a:schemeClr val="bg1"/>
                </a:solidFill>
              </a:defRPr>
            </a:lvl1pPr>
          </a:lstStyle>
          <a:p>
            <a:endParaRPr lang="ru-RU"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9" name="Text Placeholder 3"/>
          <p:cNvSpPr>
            <a:spLocks noGrp="1"/>
          </p:cNvSpPr>
          <p:nvPr>
            <p:ph type="body" sz="quarter" idx="20" hasCustomPrompt="1"/>
          </p:nvPr>
        </p:nvSpPr>
        <p:spPr>
          <a:xfrm>
            <a:off x="18787516" y="1128415"/>
            <a:ext cx="4204248"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quotation</a:t>
            </a:r>
            <a:endParaRPr lang="uk-UA" dirty="0"/>
          </a:p>
        </p:txBody>
      </p:sp>
      <p:sp>
        <p:nvSpPr>
          <p:cNvPr id="22" name="Text Placeholder 4"/>
          <p:cNvSpPr>
            <a:spLocks noGrp="1"/>
          </p:cNvSpPr>
          <p:nvPr>
            <p:ph type="body" sz="quarter" idx="11" hasCustomPrompt="1"/>
          </p:nvPr>
        </p:nvSpPr>
        <p:spPr>
          <a:xfrm>
            <a:off x="4090194" y="4722697"/>
            <a:ext cx="16202025" cy="3104055"/>
          </a:xfrm>
          <a:prstGeom prst="rect">
            <a:avLst/>
          </a:prstGeom>
        </p:spPr>
        <p:txBody>
          <a:bodyPr wrap="square" lIns="0" tIns="0" rIns="0" bIns="0">
            <a:spAutoFit/>
          </a:bodyPr>
          <a:lstStyle>
            <a:lvl1pPr marL="0" marR="0" indent="0" algn="ctr" defTabSz="1828709" rtl="0" eaLnBrk="1" fontAlgn="auto" latinLnBrk="0" hangingPunct="1">
              <a:lnSpc>
                <a:spcPts val="12100"/>
              </a:lnSpc>
              <a:spcBef>
                <a:spcPts val="0"/>
              </a:spcBef>
              <a:spcAft>
                <a:spcPts val="0"/>
              </a:spcAft>
              <a:buClrTx/>
              <a:buSzTx/>
              <a:buFont typeface="Arial" panose="020B0604020202020204" pitchFamily="34" charset="0"/>
              <a:buNone/>
              <a:tabLst/>
              <a:defRPr sz="10100" cap="all" baseline="0">
                <a:solidFill>
                  <a:schemeClr val="tx1"/>
                </a:solidFill>
                <a:latin typeface="+mj-lt"/>
              </a:defRPr>
            </a:lvl1pPr>
          </a:lstStyle>
          <a:p>
            <a:pPr marL="0" marR="0" lvl="0" indent="0" algn="ctr" defTabSz="1828709" rtl="0" eaLnBrk="1" fontAlgn="auto" latinLnBrk="0" hangingPunct="1">
              <a:lnSpc>
                <a:spcPts val="12100"/>
              </a:lnSpc>
              <a:spcBef>
                <a:spcPts val="0"/>
              </a:spcBef>
              <a:spcAft>
                <a:spcPts val="0"/>
              </a:spcAft>
              <a:buClrTx/>
              <a:buSzTx/>
              <a:buFont typeface="Arial" panose="020B0604020202020204" pitchFamily="34" charset="0"/>
              <a:buNone/>
              <a:tabLst/>
              <a:defRPr/>
            </a:pPr>
            <a:r>
              <a:rPr lang="en-US" dirty="0"/>
              <a:t>“Experience the gentle difference”</a:t>
            </a:r>
            <a:endParaRPr lang="uk-UA" dirty="0"/>
          </a:p>
        </p:txBody>
      </p:sp>
      <p:sp>
        <p:nvSpPr>
          <p:cNvPr id="23" name="Text Placeholder 4"/>
          <p:cNvSpPr>
            <a:spLocks noGrp="1"/>
          </p:cNvSpPr>
          <p:nvPr>
            <p:ph type="body" sz="quarter" idx="21" hasCustomPrompt="1"/>
          </p:nvPr>
        </p:nvSpPr>
        <p:spPr>
          <a:xfrm>
            <a:off x="4090988" y="8547100"/>
            <a:ext cx="16201231" cy="615553"/>
          </a:xfrm>
          <a:prstGeom prst="rect">
            <a:avLst/>
          </a:prstGeom>
        </p:spPr>
        <p:txBody>
          <a:bodyPr wrap="square" lIns="0" tIns="0" rIns="0" bIns="0">
            <a:spAutoFit/>
          </a:bodyPr>
          <a:lstStyle>
            <a:lvl1pPr marL="0" indent="0" algn="ctr">
              <a:lnSpc>
                <a:spcPts val="4800"/>
              </a:lnSpc>
              <a:spcBef>
                <a:spcPts val="0"/>
              </a:spcBef>
              <a:buNone/>
              <a:defRPr lang="en-US" b="0" i="0" smtClean="0">
                <a:effectLst/>
              </a:defRPr>
            </a:lvl1pPr>
          </a:lstStyle>
          <a:p>
            <a:pPr lvl="0"/>
            <a:r>
              <a:rPr lang="en-US" dirty="0"/>
              <a:t>John Smith (CEO, Founder)</a:t>
            </a:r>
            <a:endParaRPr lang="uk-UA" dirty="0"/>
          </a:p>
        </p:txBody>
      </p:sp>
    </p:spTree>
    <p:extLst>
      <p:ext uri="{BB962C8B-B14F-4D97-AF65-F5344CB8AC3E}">
        <p14:creationId xmlns:p14="http://schemas.microsoft.com/office/powerpoint/2010/main" val="2342999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allery with 2 image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4" name="Picture Placeholder 3"/>
          <p:cNvSpPr>
            <a:spLocks noGrp="1"/>
          </p:cNvSpPr>
          <p:nvPr>
            <p:ph type="pic" sz="quarter" idx="16"/>
          </p:nvPr>
        </p:nvSpPr>
        <p:spPr>
          <a:xfrm>
            <a:off x="3547110" y="3608706"/>
            <a:ext cx="8101013" cy="8101012"/>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9" name="Picture Placeholder 3"/>
          <p:cNvSpPr>
            <a:spLocks noGrp="1"/>
          </p:cNvSpPr>
          <p:nvPr>
            <p:ph type="pic" sz="quarter" idx="17"/>
          </p:nvPr>
        </p:nvSpPr>
        <p:spPr>
          <a:xfrm>
            <a:off x="12712065" y="3608706"/>
            <a:ext cx="8101013" cy="8101012"/>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Tree>
    <p:extLst>
      <p:ext uri="{BB962C8B-B14F-4D97-AF65-F5344CB8AC3E}">
        <p14:creationId xmlns:p14="http://schemas.microsoft.com/office/powerpoint/2010/main" val="4152417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allery with 2 images (2)">
    <p:spTree>
      <p:nvGrpSpPr>
        <p:cNvPr id="1" name=""/>
        <p:cNvGrpSpPr/>
        <p:nvPr/>
      </p:nvGrpSpPr>
      <p:grpSpPr>
        <a:xfrm>
          <a:off x="0" y="0"/>
          <a:ext cx="0" cy="0"/>
          <a:chOff x="0" y="0"/>
          <a:chExt cx="0" cy="0"/>
        </a:xfrm>
      </p:grpSpPr>
      <p:sp>
        <p:nvSpPr>
          <p:cNvPr id="4" name="Picture Placeholder 3"/>
          <p:cNvSpPr>
            <a:spLocks noGrp="1"/>
          </p:cNvSpPr>
          <p:nvPr>
            <p:ph type="pic" sz="quarter" idx="16"/>
          </p:nvPr>
        </p:nvSpPr>
        <p:spPr>
          <a:xfrm>
            <a:off x="0" y="6318249"/>
            <a:ext cx="11648123" cy="6317721"/>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6" name="Picture Placeholder 3"/>
          <p:cNvSpPr>
            <a:spLocks noGrp="1"/>
          </p:cNvSpPr>
          <p:nvPr>
            <p:ph type="pic" sz="quarter" idx="17"/>
          </p:nvPr>
        </p:nvSpPr>
        <p:spPr>
          <a:xfrm>
            <a:off x="12734290" y="6318249"/>
            <a:ext cx="11648123" cy="6317721"/>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Text Placeholder 4"/>
          <p:cNvSpPr>
            <a:spLocks noGrp="1"/>
          </p:cNvSpPr>
          <p:nvPr>
            <p:ph type="body" sz="quarter" idx="11" hasCustomPrompt="1"/>
          </p:nvPr>
        </p:nvSpPr>
        <p:spPr>
          <a:xfrm>
            <a:off x="3009900" y="3564457"/>
            <a:ext cx="1836261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Startup things</a:t>
            </a:r>
            <a:endParaRPr lang="uk-UA" dirty="0"/>
          </a:p>
        </p:txBody>
      </p:sp>
    </p:spTree>
    <p:extLst>
      <p:ext uri="{BB962C8B-B14F-4D97-AF65-F5344CB8AC3E}">
        <p14:creationId xmlns:p14="http://schemas.microsoft.com/office/powerpoint/2010/main" val="18645473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allery with 3 images">
    <p:spTree>
      <p:nvGrpSpPr>
        <p:cNvPr id="1" name=""/>
        <p:cNvGrpSpPr/>
        <p:nvPr/>
      </p:nvGrpSpPr>
      <p:grpSpPr>
        <a:xfrm>
          <a:off x="0" y="0"/>
          <a:ext cx="0" cy="0"/>
          <a:chOff x="0" y="0"/>
          <a:chExt cx="0" cy="0"/>
        </a:xfrm>
      </p:grpSpPr>
      <p:sp>
        <p:nvSpPr>
          <p:cNvPr id="25" name="Picture Placeholder 4"/>
          <p:cNvSpPr>
            <a:spLocks noGrp="1"/>
          </p:cNvSpPr>
          <p:nvPr>
            <p:ph type="pic" sz="quarter" idx="21"/>
          </p:nvPr>
        </p:nvSpPr>
        <p:spPr>
          <a:xfrm>
            <a:off x="16743363" y="0"/>
            <a:ext cx="7639050" cy="13716000"/>
          </a:xfrm>
          <a:prstGeom prst="rect">
            <a:avLst/>
          </a:prstGeom>
          <a:pattFill prst="lgCheck">
            <a:fgClr>
              <a:schemeClr val="tx1"/>
            </a:fgClr>
            <a:bgClr>
              <a:schemeClr val="tx1">
                <a:lumMod val="75000"/>
              </a:schemeClr>
            </a:bgClr>
          </a:pattFill>
        </p:spPr>
        <p:txBody>
          <a:bodyPr anchor="ctr"/>
          <a:lstStyle>
            <a:lvl1pPr marL="0" indent="0" algn="ctr">
              <a:buFontTx/>
              <a:buNone/>
              <a:defRPr sz="2800">
                <a:solidFill>
                  <a:schemeClr val="bg1"/>
                </a:solidFill>
              </a:defRPr>
            </a:lvl1pPr>
          </a:lstStyle>
          <a:p>
            <a:endParaRPr lang="uk-UA"/>
          </a:p>
        </p:txBody>
      </p:sp>
      <p:sp>
        <p:nvSpPr>
          <p:cNvPr id="5" name="Picture Placeholder 4"/>
          <p:cNvSpPr>
            <a:spLocks noGrp="1"/>
          </p:cNvSpPr>
          <p:nvPr>
            <p:ph type="pic" sz="quarter" idx="19"/>
          </p:nvPr>
        </p:nvSpPr>
        <p:spPr>
          <a:xfrm>
            <a:off x="1" y="0"/>
            <a:ext cx="7639050" cy="13716000"/>
          </a:xfrm>
          <a:prstGeom prst="rect">
            <a:avLst/>
          </a:prstGeom>
          <a:pattFill prst="lgCheck">
            <a:fgClr>
              <a:schemeClr val="tx1"/>
            </a:fgClr>
            <a:bgClr>
              <a:schemeClr val="tx1">
                <a:lumMod val="75000"/>
              </a:schemeClr>
            </a:bgClr>
          </a:pattFill>
        </p:spPr>
        <p:txBody>
          <a:bodyPr anchor="ctr"/>
          <a:lstStyle>
            <a:lvl1pPr marL="0" indent="0" algn="ctr">
              <a:buFontTx/>
              <a:buNone/>
              <a:defRPr sz="2800">
                <a:solidFill>
                  <a:schemeClr val="bg1"/>
                </a:solidFill>
              </a:defRPr>
            </a:lvl1pPr>
          </a:lstStyle>
          <a:p>
            <a:endParaRPr lang="uk-UA"/>
          </a:p>
        </p:txBody>
      </p:sp>
      <p:sp>
        <p:nvSpPr>
          <p:cNvPr id="23" name="Picture Placeholder 4"/>
          <p:cNvSpPr>
            <a:spLocks noGrp="1"/>
          </p:cNvSpPr>
          <p:nvPr>
            <p:ph type="pic" sz="quarter" idx="20"/>
          </p:nvPr>
        </p:nvSpPr>
        <p:spPr>
          <a:xfrm>
            <a:off x="8255794" y="0"/>
            <a:ext cx="7870825" cy="13716000"/>
          </a:xfrm>
          <a:prstGeom prst="rect">
            <a:avLst/>
          </a:prstGeom>
          <a:pattFill prst="lgCheck">
            <a:fgClr>
              <a:schemeClr val="tx1"/>
            </a:fgClr>
            <a:bgClr>
              <a:schemeClr val="tx1">
                <a:lumMod val="75000"/>
              </a:schemeClr>
            </a:bgClr>
          </a:pattFill>
        </p:spPr>
        <p:txBody>
          <a:bodyPr anchor="ctr"/>
          <a:lstStyle>
            <a:lvl1pPr marL="0" indent="0" algn="ctr">
              <a:buFontTx/>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Tree>
    <p:extLst>
      <p:ext uri="{BB962C8B-B14F-4D97-AF65-F5344CB8AC3E}">
        <p14:creationId xmlns:p14="http://schemas.microsoft.com/office/powerpoint/2010/main" val="3153230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allery with 4 image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Picture Placeholder 3"/>
          <p:cNvSpPr>
            <a:spLocks noGrp="1"/>
          </p:cNvSpPr>
          <p:nvPr>
            <p:ph type="pic" sz="quarter" idx="16"/>
          </p:nvPr>
        </p:nvSpPr>
        <p:spPr>
          <a:xfrm>
            <a:off x="3009900" y="3399156"/>
            <a:ext cx="4328795" cy="4328794"/>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9" name="Picture Placeholder 3"/>
          <p:cNvSpPr>
            <a:spLocks noGrp="1"/>
          </p:cNvSpPr>
          <p:nvPr>
            <p:ph type="pic" sz="quarter" idx="17"/>
          </p:nvPr>
        </p:nvSpPr>
        <p:spPr>
          <a:xfrm>
            <a:off x="7856855" y="3399156"/>
            <a:ext cx="4328795" cy="4328794"/>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10" name="Picture Placeholder 3"/>
          <p:cNvSpPr>
            <a:spLocks noGrp="1"/>
          </p:cNvSpPr>
          <p:nvPr>
            <p:ph type="pic" sz="quarter" idx="18"/>
          </p:nvPr>
        </p:nvSpPr>
        <p:spPr>
          <a:xfrm>
            <a:off x="3009900" y="8271194"/>
            <a:ext cx="4328795" cy="4328794"/>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11" name="Picture Placeholder 3"/>
          <p:cNvSpPr>
            <a:spLocks noGrp="1"/>
          </p:cNvSpPr>
          <p:nvPr>
            <p:ph type="pic" sz="quarter" idx="19"/>
          </p:nvPr>
        </p:nvSpPr>
        <p:spPr>
          <a:xfrm>
            <a:off x="7856855" y="8271194"/>
            <a:ext cx="4328795" cy="4328794"/>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12" name="Text Placeholder 4"/>
          <p:cNvSpPr>
            <a:spLocks noGrp="1"/>
          </p:cNvSpPr>
          <p:nvPr>
            <p:ph type="body" sz="quarter" idx="11" hasCustomPrompt="1"/>
          </p:nvPr>
        </p:nvSpPr>
        <p:spPr>
          <a:xfrm>
            <a:off x="13314110" y="4751706"/>
            <a:ext cx="8058403" cy="3103414"/>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Live, work, create</a:t>
            </a:r>
            <a:endParaRPr lang="uk-UA" dirty="0"/>
          </a:p>
        </p:txBody>
      </p:sp>
      <p:sp>
        <p:nvSpPr>
          <p:cNvPr id="14" name="Text Placeholder 3"/>
          <p:cNvSpPr>
            <a:spLocks noGrp="1"/>
          </p:cNvSpPr>
          <p:nvPr>
            <p:ph type="body" sz="quarter" idx="13" hasCustomPrompt="1"/>
          </p:nvPr>
        </p:nvSpPr>
        <p:spPr>
          <a:xfrm>
            <a:off x="13314110" y="8572500"/>
            <a:ext cx="8058403" cy="2462213"/>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Nulla</a:t>
            </a:r>
            <a:r>
              <a:rPr lang="en-US" dirty="0"/>
              <a:t> </a:t>
            </a:r>
            <a:r>
              <a:rPr lang="en-US" dirty="0" err="1"/>
              <a:t>quis</a:t>
            </a:r>
            <a:r>
              <a:rPr lang="en-US" dirty="0"/>
              <a:t> </a:t>
            </a:r>
            <a:r>
              <a:rPr lang="en-US" dirty="0" err="1"/>
              <a:t>risus</a:t>
            </a:r>
            <a:r>
              <a:rPr lang="en-US" dirty="0"/>
              <a:t> </a:t>
            </a:r>
            <a:r>
              <a:rPr lang="en-US" dirty="0" err="1"/>
              <a:t>arcu</a:t>
            </a:r>
            <a:r>
              <a:rPr lang="en-US" dirty="0"/>
              <a:t>. </a:t>
            </a:r>
            <a:r>
              <a:rPr lang="en-US" dirty="0" err="1"/>
              <a:t>Suspendisse</a:t>
            </a:r>
            <a:r>
              <a:rPr lang="en-US" dirty="0"/>
              <a:t> </a:t>
            </a:r>
            <a:r>
              <a:rPr lang="en-US" dirty="0" err="1"/>
              <a:t>rutrum</a:t>
            </a:r>
            <a:r>
              <a:rPr lang="en-US" dirty="0"/>
              <a:t> convallis </a:t>
            </a:r>
            <a:r>
              <a:rPr lang="en-US" dirty="0" err="1"/>
              <a:t>tellus</a:t>
            </a:r>
            <a:r>
              <a:rPr lang="en-US" dirty="0"/>
              <a:t>, non tempus </a:t>
            </a:r>
            <a:r>
              <a:rPr lang="en-US" dirty="0" err="1"/>
              <a:t>augue</a:t>
            </a:r>
            <a:r>
              <a:rPr lang="en-US" dirty="0"/>
              <a:t> </a:t>
            </a:r>
            <a:r>
              <a:rPr lang="en-US" dirty="0" err="1"/>
              <a:t>fermentum</a:t>
            </a:r>
            <a:r>
              <a:rPr lang="en-US" dirty="0"/>
              <a:t> a. </a:t>
            </a:r>
            <a:r>
              <a:rPr lang="en-US" dirty="0" err="1"/>
              <a:t>Pellentesque</a:t>
            </a:r>
            <a:r>
              <a:rPr lang="en-US" dirty="0"/>
              <a:t> </a:t>
            </a:r>
            <a:r>
              <a:rPr lang="en-US" dirty="0" err="1"/>
              <a:t>sed</a:t>
            </a:r>
            <a:r>
              <a:rPr lang="en-US" dirty="0"/>
              <a:t> </a:t>
            </a:r>
            <a:r>
              <a:rPr lang="en-US" dirty="0" err="1"/>
              <a:t>faucibus</a:t>
            </a:r>
            <a:r>
              <a:rPr lang="en-US" dirty="0"/>
              <a:t> est. </a:t>
            </a:r>
            <a:r>
              <a:rPr lang="en-US" dirty="0" err="1"/>
              <a:t>Curabitur</a:t>
            </a:r>
            <a:r>
              <a:rPr lang="en-US" dirty="0"/>
              <a:t> </a:t>
            </a:r>
            <a:r>
              <a:rPr lang="en-US" dirty="0" err="1"/>
              <a:t>finibus</a:t>
            </a:r>
            <a:r>
              <a:rPr lang="en-US" dirty="0"/>
              <a:t> et. </a:t>
            </a:r>
          </a:p>
        </p:txBody>
      </p:sp>
    </p:spTree>
    <p:extLst>
      <p:ext uri="{BB962C8B-B14F-4D97-AF65-F5344CB8AC3E}">
        <p14:creationId xmlns:p14="http://schemas.microsoft.com/office/powerpoint/2010/main" val="2547999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gres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Chart Placeholder 3"/>
          <p:cNvSpPr>
            <a:spLocks noGrp="1"/>
          </p:cNvSpPr>
          <p:nvPr>
            <p:ph type="chart" sz="quarter" idx="21"/>
          </p:nvPr>
        </p:nvSpPr>
        <p:spPr>
          <a:xfrm>
            <a:off x="1390650" y="3617913"/>
            <a:ext cx="21601113" cy="3240087"/>
          </a:xfrm>
          <a:prstGeom prst="rect">
            <a:avLst/>
          </a:prstGeom>
        </p:spPr>
        <p:txBody>
          <a:bodyPr anchor="ctr"/>
          <a:lstStyle>
            <a:lvl1pPr marL="0" indent="0" algn="ctr">
              <a:buFontTx/>
              <a:buNone/>
              <a:defRPr sz="2800">
                <a:solidFill>
                  <a:schemeClr val="tx1"/>
                </a:solidFill>
              </a:defRPr>
            </a:lvl1pPr>
          </a:lstStyle>
          <a:p>
            <a:endParaRPr lang="uk-UA" dirty="0"/>
          </a:p>
        </p:txBody>
      </p:sp>
      <p:sp>
        <p:nvSpPr>
          <p:cNvPr id="15" name="Text Placeholder 3"/>
          <p:cNvSpPr>
            <a:spLocks noGrp="1"/>
          </p:cNvSpPr>
          <p:nvPr>
            <p:ph type="body" sz="quarter" idx="11" hasCustomPrompt="1"/>
          </p:nvPr>
        </p:nvSpPr>
        <p:spPr>
          <a:xfrm>
            <a:off x="5170488" y="7477387"/>
            <a:ext cx="14041437"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Duis</a:t>
            </a:r>
            <a:r>
              <a:rPr lang="en-US" dirty="0"/>
              <a:t> vitae </a:t>
            </a:r>
            <a:r>
              <a:rPr lang="en-US" dirty="0" err="1"/>
              <a:t>euismod</a:t>
            </a:r>
            <a:r>
              <a:rPr lang="en-US" dirty="0"/>
              <a:t> mi. </a:t>
            </a:r>
            <a:r>
              <a:rPr lang="en-US" dirty="0" err="1"/>
              <a:t>Vivamus</a:t>
            </a:r>
            <a:r>
              <a:rPr lang="en-US" dirty="0"/>
              <a:t> </a:t>
            </a:r>
            <a:r>
              <a:rPr lang="en-US" dirty="0" err="1"/>
              <a:t>odio</a:t>
            </a:r>
            <a:r>
              <a:rPr lang="en-US" dirty="0"/>
              <a:t> ante, </a:t>
            </a:r>
            <a:r>
              <a:rPr lang="en-US" dirty="0" err="1"/>
              <a:t>ultricies</a:t>
            </a:r>
            <a:r>
              <a:rPr lang="en-US" dirty="0"/>
              <a:t> et </a:t>
            </a:r>
            <a:r>
              <a:rPr lang="en-US" dirty="0" err="1"/>
              <a:t>tortor</a:t>
            </a:r>
            <a:r>
              <a:rPr lang="en-US" dirty="0"/>
              <a:t> </a:t>
            </a:r>
            <a:r>
              <a:rPr lang="en-US" dirty="0" err="1"/>
              <a:t>ut</a:t>
            </a:r>
            <a:r>
              <a:rPr lang="en-US" dirty="0"/>
              <a:t>, </a:t>
            </a:r>
            <a:r>
              <a:rPr lang="en-US" dirty="0" err="1"/>
              <a:t>ultricies</a:t>
            </a:r>
            <a:r>
              <a:rPr lang="en-US" dirty="0"/>
              <a:t> dictum </a:t>
            </a:r>
            <a:r>
              <a:rPr lang="en-US" dirty="0" err="1"/>
              <a:t>felis</a:t>
            </a:r>
            <a:r>
              <a:rPr lang="en-US" dirty="0"/>
              <a:t>. </a:t>
            </a:r>
            <a:r>
              <a:rPr lang="en-US" dirty="0" err="1"/>
              <a:t>Duis</a:t>
            </a:r>
            <a:r>
              <a:rPr lang="en-US" dirty="0"/>
              <a:t> cursus </a:t>
            </a:r>
            <a:r>
              <a:rPr lang="en-US" dirty="0" err="1"/>
              <a:t>turpis</a:t>
            </a:r>
            <a:r>
              <a:rPr lang="en-US" dirty="0"/>
              <a:t> vitae </a:t>
            </a:r>
            <a:r>
              <a:rPr lang="en-US" dirty="0" err="1"/>
              <a:t>arcu</a:t>
            </a:r>
            <a:r>
              <a:rPr lang="en-US" dirty="0"/>
              <a:t> </a:t>
            </a:r>
            <a:r>
              <a:rPr lang="en-US" dirty="0" err="1"/>
              <a:t>consequat</a:t>
            </a:r>
            <a:r>
              <a:rPr lang="en-US" dirty="0"/>
              <a:t>, </a:t>
            </a:r>
            <a:r>
              <a:rPr lang="en-US" dirty="0" err="1"/>
              <a:t>nec</a:t>
            </a:r>
            <a:r>
              <a:rPr lang="en-US" dirty="0"/>
              <a:t>.</a:t>
            </a:r>
          </a:p>
        </p:txBody>
      </p:sp>
      <p:sp>
        <p:nvSpPr>
          <p:cNvPr id="16" name="Text Placeholder 3"/>
          <p:cNvSpPr>
            <a:spLocks noGrp="1"/>
          </p:cNvSpPr>
          <p:nvPr>
            <p:ph type="body" sz="quarter" idx="20" hasCustomPrompt="1"/>
          </p:nvPr>
        </p:nvSpPr>
        <p:spPr>
          <a:xfrm>
            <a:off x="18845224" y="1128415"/>
            <a:ext cx="4146540"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statistics</a:t>
            </a:r>
            <a:endParaRPr lang="uk-UA" dirty="0"/>
          </a:p>
        </p:txBody>
      </p:sp>
    </p:spTree>
    <p:extLst>
      <p:ext uri="{BB962C8B-B14F-4D97-AF65-F5344CB8AC3E}">
        <p14:creationId xmlns:p14="http://schemas.microsoft.com/office/powerpoint/2010/main" val="3144527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atio">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6" name="Text Placeholder 3"/>
          <p:cNvSpPr>
            <a:spLocks noGrp="1"/>
          </p:cNvSpPr>
          <p:nvPr>
            <p:ph type="body" sz="quarter" idx="20" hasCustomPrompt="1"/>
          </p:nvPr>
        </p:nvSpPr>
        <p:spPr>
          <a:xfrm>
            <a:off x="20137244" y="1128415"/>
            <a:ext cx="2854520"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Ratio</a:t>
            </a:r>
            <a:endParaRPr lang="uk-UA" dirty="0"/>
          </a:p>
        </p:txBody>
      </p:sp>
      <p:sp>
        <p:nvSpPr>
          <p:cNvPr id="8" name="Text Placeholder 4"/>
          <p:cNvSpPr>
            <a:spLocks noGrp="1"/>
          </p:cNvSpPr>
          <p:nvPr>
            <p:ph type="body" sz="quarter" idx="11" hasCustomPrompt="1"/>
          </p:nvPr>
        </p:nvSpPr>
        <p:spPr>
          <a:xfrm>
            <a:off x="4119563" y="8574088"/>
            <a:ext cx="6990955" cy="2462213"/>
          </a:xfrm>
          <a:prstGeom prst="rect">
            <a:avLst/>
          </a:prstGeom>
        </p:spPr>
        <p:txBody>
          <a:bodyPr lIns="0" tIns="0" rIns="0" bIns="0">
            <a:spAutoFit/>
          </a:bodyPr>
          <a:lstStyle>
            <a:lvl1pPr marL="0" indent="0" algn="ctr">
              <a:lnSpc>
                <a:spcPts val="4800"/>
              </a:lnSpc>
              <a:spcBef>
                <a:spcPts val="0"/>
              </a:spcBef>
              <a:buFontTx/>
              <a:buNone/>
              <a:defRPr sz="3600">
                <a:solidFill>
                  <a:schemeClr val="tx1"/>
                </a:solidFill>
              </a:defRPr>
            </a:lvl1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Proin</a:t>
            </a:r>
            <a:r>
              <a:rPr lang="en-US" dirty="0"/>
              <a:t> non </a:t>
            </a:r>
            <a:r>
              <a:rPr lang="en-US" dirty="0" err="1"/>
              <a:t>fermentum</a:t>
            </a:r>
            <a:r>
              <a:rPr lang="en-US" dirty="0"/>
              <a:t> nisi, ac </a:t>
            </a:r>
            <a:r>
              <a:rPr lang="en-US" dirty="0" err="1"/>
              <a:t>placerat</a:t>
            </a:r>
            <a:r>
              <a:rPr lang="en-US" dirty="0"/>
              <a:t> </a:t>
            </a:r>
            <a:r>
              <a:rPr lang="en-US" dirty="0" err="1"/>
              <a:t>purus</a:t>
            </a:r>
            <a:r>
              <a:rPr lang="en-US" dirty="0"/>
              <a:t> </a:t>
            </a:r>
            <a:r>
              <a:rPr lang="en-US" dirty="0" err="1"/>
              <a:t>turpis</a:t>
            </a:r>
            <a:r>
              <a:rPr lang="en-US" dirty="0"/>
              <a:t> vitae </a:t>
            </a:r>
            <a:r>
              <a:rPr lang="en-US" dirty="0" err="1"/>
              <a:t>augue</a:t>
            </a:r>
            <a:r>
              <a:rPr lang="en-US" dirty="0"/>
              <a:t>.</a:t>
            </a:r>
            <a:endParaRPr lang="uk-UA" dirty="0"/>
          </a:p>
        </p:txBody>
      </p:sp>
      <p:sp>
        <p:nvSpPr>
          <p:cNvPr id="9" name="Text Placeholder 6"/>
          <p:cNvSpPr>
            <a:spLocks noGrp="1"/>
          </p:cNvSpPr>
          <p:nvPr>
            <p:ph type="body" sz="quarter" idx="23" hasCustomPrompt="1"/>
          </p:nvPr>
        </p:nvSpPr>
        <p:spPr>
          <a:xfrm>
            <a:off x="4119563" y="7491011"/>
            <a:ext cx="6990956" cy="615553"/>
          </a:xfrm>
          <a:prstGeom prst="rect">
            <a:avLst/>
          </a:prstGeom>
        </p:spPr>
        <p:txBody>
          <a:bodyPr wrap="square" lIns="0" tIns="0" rIns="0" bIns="0">
            <a:spAutoFit/>
          </a:bodyPr>
          <a:lstStyle>
            <a:lvl1pPr marL="0" indent="0" algn="ctr">
              <a:lnSpc>
                <a:spcPts val="4800"/>
              </a:lnSpc>
              <a:spcBef>
                <a:spcPts val="0"/>
              </a:spcBef>
              <a:buFontTx/>
              <a:buNone/>
              <a:defRPr sz="3600" b="1" cap="all" spc="0" baseline="0">
                <a:solidFill>
                  <a:schemeClr val="accent1"/>
                </a:solidFill>
                <a:latin typeface="+mj-lt"/>
              </a:defRPr>
            </a:lvl1pPr>
          </a:lstStyle>
          <a:p>
            <a:pPr lvl="0"/>
            <a:r>
              <a:rPr lang="en-US" dirty="0"/>
              <a:t>Startup investing</a:t>
            </a:r>
          </a:p>
        </p:txBody>
      </p:sp>
      <p:sp>
        <p:nvSpPr>
          <p:cNvPr id="11" name="Text Placeholder 14"/>
          <p:cNvSpPr>
            <a:spLocks noGrp="1"/>
          </p:cNvSpPr>
          <p:nvPr>
            <p:ph type="body" sz="quarter" idx="31" hasCustomPrompt="1"/>
          </p:nvPr>
        </p:nvSpPr>
        <p:spPr>
          <a:xfrm>
            <a:off x="4119563" y="3554413"/>
            <a:ext cx="6991350" cy="3779837"/>
          </a:xfrm>
          <a:prstGeom prst="rect">
            <a:avLst/>
          </a:prstGeom>
        </p:spPr>
        <p:txBody>
          <a:bodyPr lIns="0" tIns="0" rIns="0" bIns="0" anchor="t" anchorCtr="0">
            <a:normAutofit/>
          </a:bodyPr>
          <a:lstStyle>
            <a:lvl1pPr marL="0" indent="0" algn="ctr">
              <a:lnSpc>
                <a:spcPct val="100000"/>
              </a:lnSpc>
              <a:spcBef>
                <a:spcPts val="0"/>
              </a:spcBef>
              <a:buNone/>
              <a:defRPr sz="22800">
                <a:solidFill>
                  <a:schemeClr val="accent1"/>
                </a:solidFill>
                <a:latin typeface="+mj-lt"/>
              </a:defRPr>
            </a:lvl1pPr>
            <a:lvl2pPr marL="914354" indent="0">
              <a:buNone/>
              <a:defRPr>
                <a:latin typeface="+mj-lt"/>
              </a:defRPr>
            </a:lvl2pPr>
            <a:lvl3pPr marL="1828709" indent="0">
              <a:buNone/>
              <a:defRPr>
                <a:latin typeface="+mj-lt"/>
              </a:defRPr>
            </a:lvl3pPr>
            <a:lvl4pPr marL="2743063" indent="0">
              <a:buNone/>
              <a:defRPr>
                <a:latin typeface="+mj-lt"/>
              </a:defRPr>
            </a:lvl4pPr>
            <a:lvl5pPr marL="3657417" indent="0">
              <a:buNone/>
              <a:defRPr>
                <a:latin typeface="+mj-lt"/>
              </a:defRPr>
            </a:lvl5pPr>
          </a:lstStyle>
          <a:p>
            <a:pPr lvl="0"/>
            <a:r>
              <a:rPr lang="en-US" dirty="0"/>
              <a:t>40</a:t>
            </a:r>
            <a:r>
              <a:rPr lang="uk-UA" dirty="0"/>
              <a:t>%</a:t>
            </a:r>
            <a:endParaRPr lang="en-US" dirty="0"/>
          </a:p>
        </p:txBody>
      </p:sp>
      <p:sp>
        <p:nvSpPr>
          <p:cNvPr id="12" name="Text Placeholder 14"/>
          <p:cNvSpPr>
            <a:spLocks noGrp="1"/>
          </p:cNvSpPr>
          <p:nvPr>
            <p:ph type="body" sz="quarter" idx="32" hasCustomPrompt="1"/>
          </p:nvPr>
        </p:nvSpPr>
        <p:spPr>
          <a:xfrm>
            <a:off x="13271500" y="3554413"/>
            <a:ext cx="6991350" cy="3779837"/>
          </a:xfrm>
          <a:prstGeom prst="rect">
            <a:avLst/>
          </a:prstGeom>
        </p:spPr>
        <p:txBody>
          <a:bodyPr lIns="0" tIns="0" rIns="0" bIns="0" anchor="t" anchorCtr="0">
            <a:normAutofit/>
          </a:bodyPr>
          <a:lstStyle>
            <a:lvl1pPr marL="0" indent="0" algn="ctr">
              <a:lnSpc>
                <a:spcPct val="100000"/>
              </a:lnSpc>
              <a:spcBef>
                <a:spcPts val="0"/>
              </a:spcBef>
              <a:buNone/>
              <a:defRPr sz="22800">
                <a:solidFill>
                  <a:schemeClr val="accent1"/>
                </a:solidFill>
                <a:latin typeface="+mj-lt"/>
              </a:defRPr>
            </a:lvl1pPr>
            <a:lvl2pPr marL="914354" indent="0">
              <a:buNone/>
              <a:defRPr>
                <a:latin typeface="+mj-lt"/>
              </a:defRPr>
            </a:lvl2pPr>
            <a:lvl3pPr marL="1828709" indent="0">
              <a:buNone/>
              <a:defRPr>
                <a:latin typeface="+mj-lt"/>
              </a:defRPr>
            </a:lvl3pPr>
            <a:lvl4pPr marL="2743063" indent="0">
              <a:buNone/>
              <a:defRPr>
                <a:latin typeface="+mj-lt"/>
              </a:defRPr>
            </a:lvl4pPr>
            <a:lvl5pPr marL="3657417" indent="0">
              <a:buNone/>
              <a:defRPr>
                <a:latin typeface="+mj-lt"/>
              </a:defRPr>
            </a:lvl5pPr>
          </a:lstStyle>
          <a:p>
            <a:pPr lvl="0"/>
            <a:r>
              <a:rPr lang="en-US" dirty="0"/>
              <a:t>60</a:t>
            </a:r>
            <a:r>
              <a:rPr lang="uk-UA" dirty="0"/>
              <a:t>%</a:t>
            </a:r>
            <a:endParaRPr lang="en-US" dirty="0"/>
          </a:p>
        </p:txBody>
      </p:sp>
      <p:sp>
        <p:nvSpPr>
          <p:cNvPr id="17" name="Text Placeholder 6"/>
          <p:cNvSpPr>
            <a:spLocks noGrp="1"/>
          </p:cNvSpPr>
          <p:nvPr>
            <p:ph type="body" sz="quarter" idx="35" hasCustomPrompt="1"/>
          </p:nvPr>
        </p:nvSpPr>
        <p:spPr>
          <a:xfrm>
            <a:off x="13271499" y="7491011"/>
            <a:ext cx="6990956" cy="615553"/>
          </a:xfrm>
          <a:prstGeom prst="rect">
            <a:avLst/>
          </a:prstGeom>
        </p:spPr>
        <p:txBody>
          <a:bodyPr wrap="square" lIns="0" tIns="0" rIns="0" bIns="0">
            <a:spAutoFit/>
          </a:bodyPr>
          <a:lstStyle>
            <a:lvl1pPr marL="0" marR="0" indent="0" algn="ctr" defTabSz="1828709" rtl="0" eaLnBrk="1" fontAlgn="auto" latinLnBrk="0" hangingPunct="1">
              <a:lnSpc>
                <a:spcPts val="4800"/>
              </a:lnSpc>
              <a:spcBef>
                <a:spcPts val="0"/>
              </a:spcBef>
              <a:spcAft>
                <a:spcPts val="0"/>
              </a:spcAft>
              <a:buClrTx/>
              <a:buSzTx/>
              <a:buFontTx/>
              <a:buNone/>
              <a:tabLst/>
              <a:defRPr sz="3600" b="1" cap="all" spc="0" baseline="0">
                <a:solidFill>
                  <a:schemeClr val="accent1"/>
                </a:solidFill>
                <a:latin typeface="+mj-lt"/>
              </a:defRPr>
            </a:lvl1pPr>
          </a:lstStyle>
          <a:p>
            <a:pPr marL="0" marR="0" lvl="0" indent="0" algn="ctr" defTabSz="1828709" rtl="0" eaLnBrk="1" fontAlgn="auto" latinLnBrk="0" hangingPunct="1">
              <a:lnSpc>
                <a:spcPts val="4800"/>
              </a:lnSpc>
              <a:spcBef>
                <a:spcPts val="0"/>
              </a:spcBef>
              <a:spcAft>
                <a:spcPts val="0"/>
              </a:spcAft>
              <a:buClrTx/>
              <a:buSzTx/>
              <a:buFontTx/>
              <a:buNone/>
              <a:tabLst/>
              <a:defRPr/>
            </a:pPr>
            <a:r>
              <a:rPr lang="en-US" dirty="0"/>
              <a:t>Business partnering</a:t>
            </a:r>
          </a:p>
        </p:txBody>
      </p:sp>
      <p:sp>
        <p:nvSpPr>
          <p:cNvPr id="18" name="Text Placeholder 4"/>
          <p:cNvSpPr>
            <a:spLocks noGrp="1"/>
          </p:cNvSpPr>
          <p:nvPr>
            <p:ph type="body" sz="quarter" idx="36" hasCustomPrompt="1"/>
          </p:nvPr>
        </p:nvSpPr>
        <p:spPr>
          <a:xfrm>
            <a:off x="13265545" y="8574088"/>
            <a:ext cx="6990955" cy="2462213"/>
          </a:xfrm>
          <a:prstGeom prst="rect">
            <a:avLst/>
          </a:prstGeom>
        </p:spPr>
        <p:txBody>
          <a:bodyPr lIns="0" tIns="0" rIns="0" bIns="0">
            <a:spAutoFit/>
          </a:bodyPr>
          <a:lstStyle>
            <a:lvl1pPr marL="0" marR="0" indent="0" algn="ctr" defTabSz="1828709" rtl="0" eaLnBrk="1" fontAlgn="auto" latinLnBrk="0" hangingPunct="1">
              <a:lnSpc>
                <a:spcPts val="4800"/>
              </a:lnSpc>
              <a:spcBef>
                <a:spcPts val="0"/>
              </a:spcBef>
              <a:spcAft>
                <a:spcPts val="0"/>
              </a:spcAft>
              <a:buClrTx/>
              <a:buSzTx/>
              <a:buFontTx/>
              <a:buNone/>
              <a:tabLst/>
              <a:defRPr sz="3600">
                <a:solidFill>
                  <a:schemeClr val="tx1"/>
                </a:solidFill>
              </a:defRPr>
            </a:lvl1pPr>
          </a:lstStyle>
          <a:p>
            <a:pPr marL="0" marR="0" lvl="0" indent="0" algn="ctr" defTabSz="1828709" rtl="0" eaLnBrk="1" fontAlgn="auto" latinLnBrk="0" hangingPunct="1">
              <a:lnSpc>
                <a:spcPts val="4800"/>
              </a:lnSpc>
              <a:spcBef>
                <a:spcPts val="0"/>
              </a:spcBef>
              <a:spcAft>
                <a:spcPts val="0"/>
              </a:spcAft>
              <a:buClrTx/>
              <a:buSzTx/>
              <a:buFontTx/>
              <a:buNone/>
              <a:tabLst/>
              <a:defRPr/>
            </a:pPr>
            <a:r>
              <a:rPr lang="en-US" dirty="0" err="1"/>
              <a:t>Vestibulum</a:t>
            </a:r>
            <a:r>
              <a:rPr lang="en-US" dirty="0"/>
              <a:t> non </a:t>
            </a:r>
            <a:r>
              <a:rPr lang="en-US" dirty="0" err="1"/>
              <a:t>tellus</a:t>
            </a:r>
            <a:r>
              <a:rPr lang="en-US" dirty="0"/>
              <a:t> </a:t>
            </a:r>
            <a:r>
              <a:rPr lang="en-US" dirty="0" err="1"/>
              <a:t>vestibulum</a:t>
            </a:r>
            <a:r>
              <a:rPr lang="en-US" dirty="0"/>
              <a:t> </a:t>
            </a:r>
            <a:r>
              <a:rPr lang="en-US" dirty="0" err="1"/>
              <a:t>odio</a:t>
            </a:r>
            <a:r>
              <a:rPr lang="en-US" dirty="0"/>
              <a:t> </a:t>
            </a:r>
            <a:r>
              <a:rPr lang="en-US" dirty="0" err="1"/>
              <a:t>bibendum</a:t>
            </a:r>
            <a:r>
              <a:rPr lang="en-US" dirty="0"/>
              <a:t> </a:t>
            </a:r>
            <a:r>
              <a:rPr lang="en-US" dirty="0" err="1"/>
              <a:t>consequat</a:t>
            </a:r>
            <a:r>
              <a:rPr lang="en-US" dirty="0"/>
              <a:t>. </a:t>
            </a:r>
            <a:r>
              <a:rPr lang="en-US" dirty="0" err="1"/>
              <a:t>Sed</a:t>
            </a:r>
            <a:r>
              <a:rPr lang="en-US" dirty="0"/>
              <a:t> tempus </a:t>
            </a:r>
            <a:r>
              <a:rPr lang="en-US" dirty="0" err="1"/>
              <a:t>bibendum</a:t>
            </a:r>
            <a:r>
              <a:rPr lang="en-US" dirty="0"/>
              <a:t> dui </a:t>
            </a:r>
            <a:r>
              <a:rPr lang="en-US" dirty="0" err="1"/>
              <a:t>quis</a:t>
            </a:r>
            <a:r>
              <a:rPr lang="en-US" dirty="0"/>
              <a:t> </a:t>
            </a:r>
            <a:r>
              <a:rPr lang="en-US" dirty="0" err="1"/>
              <a:t>egestas</a:t>
            </a:r>
            <a:r>
              <a:rPr lang="en-US" dirty="0"/>
              <a:t> </a:t>
            </a:r>
            <a:r>
              <a:rPr lang="en-US" dirty="0" err="1"/>
              <a:t>rutrum</a:t>
            </a:r>
            <a:r>
              <a:rPr lang="en-US" dirty="0"/>
              <a:t> convallis.</a:t>
            </a:r>
            <a:endParaRPr lang="uk-UA" dirty="0"/>
          </a:p>
        </p:txBody>
      </p:sp>
    </p:spTree>
    <p:extLst>
      <p:ext uri="{BB962C8B-B14F-4D97-AF65-F5344CB8AC3E}">
        <p14:creationId xmlns:p14="http://schemas.microsoft.com/office/powerpoint/2010/main" val="3232367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Numeric information">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1" hasCustomPrompt="1"/>
          </p:nvPr>
        </p:nvSpPr>
        <p:spPr>
          <a:xfrm>
            <a:off x="13811250" y="8015926"/>
            <a:ext cx="9188850" cy="2462213"/>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varius</a:t>
            </a:r>
            <a:r>
              <a:rPr lang="en-US" dirty="0"/>
              <a:t> nisi a </a:t>
            </a:r>
            <a:r>
              <a:rPr lang="en-US" dirty="0" err="1"/>
              <a:t>eros</a:t>
            </a:r>
            <a:r>
              <a:rPr lang="en-US" dirty="0"/>
              <a:t> </a:t>
            </a:r>
            <a:r>
              <a:rPr lang="en-US" dirty="0" err="1"/>
              <a:t>lobortis</a:t>
            </a:r>
            <a:r>
              <a:rPr lang="en-US" dirty="0"/>
              <a:t> </a:t>
            </a:r>
            <a:r>
              <a:rPr lang="en-US" dirty="0" err="1"/>
              <a:t>finibus</a:t>
            </a:r>
            <a:r>
              <a:rPr lang="en-US" dirty="0"/>
              <a:t>. </a:t>
            </a:r>
            <a:r>
              <a:rPr lang="en-US" dirty="0" err="1"/>
              <a:t>Sed</a:t>
            </a:r>
            <a:r>
              <a:rPr lang="en-US" dirty="0"/>
              <a:t> non </a:t>
            </a:r>
            <a:r>
              <a:rPr lang="en-US" dirty="0" err="1"/>
              <a:t>rutrum</a:t>
            </a:r>
            <a:r>
              <a:rPr lang="en-US" dirty="0"/>
              <a:t> ligula, </a:t>
            </a:r>
            <a:r>
              <a:rPr lang="en-US" dirty="0" err="1"/>
              <a:t>vel</a:t>
            </a:r>
            <a:r>
              <a:rPr lang="en-US" dirty="0"/>
              <a:t> </a:t>
            </a:r>
            <a:r>
              <a:rPr lang="en-US" dirty="0" err="1"/>
              <a:t>consectetur</a:t>
            </a:r>
            <a:r>
              <a:rPr lang="en-US" dirty="0"/>
              <a:t> </a:t>
            </a:r>
            <a:r>
              <a:rPr lang="en-US" dirty="0" err="1"/>
              <a:t>orci</a:t>
            </a:r>
            <a:r>
              <a:rPr lang="en-US" dirty="0"/>
              <a:t>.</a:t>
            </a:r>
          </a:p>
        </p:txBody>
      </p:sp>
      <p:sp>
        <p:nvSpPr>
          <p:cNvPr id="14" name="Text Placeholder 3"/>
          <p:cNvSpPr>
            <a:spLocks noGrp="1"/>
          </p:cNvSpPr>
          <p:nvPr>
            <p:ph type="body" sz="quarter" idx="30" hasCustomPrompt="1"/>
          </p:nvPr>
        </p:nvSpPr>
        <p:spPr>
          <a:xfrm>
            <a:off x="1409701" y="3694113"/>
            <a:ext cx="10780712" cy="7088187"/>
          </a:xfrm>
          <a:prstGeom prst="rect">
            <a:avLst/>
          </a:prstGeom>
          <a:noFill/>
          <a:ln w="28575">
            <a:solidFill>
              <a:schemeClr val="accent1"/>
            </a:solidFill>
          </a:ln>
        </p:spPr>
        <p:txBody>
          <a:bodyPr lIns="0" tIns="0" rIns="0" bIns="0" anchor="ctr" anchorCtr="0">
            <a:normAutofit/>
          </a:bodyPr>
          <a:lstStyle>
            <a:lvl1pPr marL="0" indent="0" algn="ctr">
              <a:lnSpc>
                <a:spcPct val="100000"/>
              </a:lnSpc>
              <a:spcBef>
                <a:spcPts val="0"/>
              </a:spcBef>
              <a:buNone/>
              <a:defRPr sz="33000">
                <a:solidFill>
                  <a:schemeClr val="accent1"/>
                </a:solidFill>
                <a:latin typeface="+mj-lt"/>
              </a:defRPr>
            </a:lvl1pPr>
            <a:lvl2pPr marL="914354" indent="0">
              <a:buNone/>
              <a:defRPr sz="37000">
                <a:latin typeface="+mj-lt"/>
              </a:defRPr>
            </a:lvl2pPr>
            <a:lvl3pPr marL="1828709" indent="0">
              <a:buNone/>
              <a:defRPr sz="37000">
                <a:latin typeface="+mj-lt"/>
              </a:defRPr>
            </a:lvl3pPr>
            <a:lvl4pPr marL="2743063" indent="0">
              <a:buNone/>
              <a:defRPr sz="37000">
                <a:latin typeface="+mj-lt"/>
              </a:defRPr>
            </a:lvl4pPr>
            <a:lvl5pPr marL="3657417" indent="0">
              <a:buNone/>
              <a:defRPr sz="37000">
                <a:latin typeface="+mj-lt"/>
              </a:defRPr>
            </a:lvl5pPr>
          </a:lstStyle>
          <a:p>
            <a:pPr lvl="0"/>
            <a:r>
              <a:rPr lang="en-US" dirty="0"/>
              <a:t>99%</a:t>
            </a:r>
          </a:p>
        </p:txBody>
      </p:sp>
      <p:sp>
        <p:nvSpPr>
          <p:cNvPr id="15" name="Text Placeholder 4"/>
          <p:cNvSpPr>
            <a:spLocks noGrp="1"/>
          </p:cNvSpPr>
          <p:nvPr>
            <p:ph type="body" sz="quarter" idx="31" hasCustomPrompt="1"/>
          </p:nvPr>
        </p:nvSpPr>
        <p:spPr>
          <a:xfrm>
            <a:off x="13811250" y="4208153"/>
            <a:ext cx="9180513" cy="3103414"/>
          </a:xfrm>
          <a:prstGeom prst="rect">
            <a:avLst/>
          </a:prstGeom>
        </p:spPr>
        <p:txBody>
          <a:bodyPr wrap="square" lIns="0" tIns="0" rIns="0" bIns="0">
            <a:spAutoFit/>
          </a:bodyPr>
          <a:lstStyle>
            <a:lvl1pPr marL="0" indent="0" algn="l">
              <a:lnSpc>
                <a:spcPts val="12100"/>
              </a:lnSpc>
              <a:spcBef>
                <a:spcPts val="0"/>
              </a:spcBef>
              <a:buNone/>
              <a:defRPr sz="10100" cap="all" spc="0" baseline="0">
                <a:solidFill>
                  <a:schemeClr val="accent1"/>
                </a:solidFill>
                <a:latin typeface="+mj-lt"/>
              </a:defRPr>
            </a:lvl1pPr>
            <a:lvl2pPr marL="914354" indent="0">
              <a:buNone/>
              <a:defRPr sz="7600" cap="all" spc="600" baseline="0">
                <a:latin typeface="+mj-lt"/>
              </a:defRPr>
            </a:lvl2pPr>
            <a:lvl3pPr marL="1828709" indent="0">
              <a:buNone/>
              <a:defRPr sz="7600" cap="all" spc="600" baseline="0">
                <a:latin typeface="+mj-lt"/>
              </a:defRPr>
            </a:lvl3pPr>
            <a:lvl4pPr marL="2743063" indent="0">
              <a:buNone/>
              <a:defRPr sz="7600" cap="all" spc="600" baseline="0">
                <a:latin typeface="+mj-lt"/>
              </a:defRPr>
            </a:lvl4pPr>
            <a:lvl5pPr marL="3657417" indent="0">
              <a:buNone/>
              <a:defRPr sz="7600" cap="all" spc="600" baseline="0">
                <a:latin typeface="+mj-lt"/>
              </a:defRPr>
            </a:lvl5pPr>
          </a:lstStyle>
          <a:p>
            <a:pPr lvl="0"/>
            <a:r>
              <a:rPr lang="en-US" dirty="0"/>
              <a:t>New teach startup</a:t>
            </a:r>
            <a:endParaRPr lang="uk-UA" dirty="0"/>
          </a:p>
        </p:txBody>
      </p:sp>
    </p:spTree>
    <p:extLst>
      <p:ext uri="{BB962C8B-B14F-4D97-AF65-F5344CB8AC3E}">
        <p14:creationId xmlns:p14="http://schemas.microsoft.com/office/powerpoint/2010/main" val="1475637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lumn char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1" hasCustomPrompt="1"/>
          </p:nvPr>
        </p:nvSpPr>
        <p:spPr>
          <a:xfrm>
            <a:off x="13811250" y="8015926"/>
            <a:ext cx="9188850" cy="1831271"/>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Aenean</a:t>
            </a:r>
            <a:r>
              <a:rPr lang="en-US" dirty="0"/>
              <a:t> </a:t>
            </a:r>
            <a:r>
              <a:rPr lang="en-US" dirty="0" err="1"/>
              <a:t>venenatis</a:t>
            </a:r>
            <a:r>
              <a:rPr lang="en-US" dirty="0"/>
              <a:t>, libero sit </a:t>
            </a:r>
            <a:r>
              <a:rPr lang="en-US" dirty="0" err="1"/>
              <a:t>amet</a:t>
            </a:r>
            <a:r>
              <a:rPr lang="en-US" dirty="0"/>
              <a:t> </a:t>
            </a:r>
            <a:r>
              <a:rPr lang="en-US" dirty="0" err="1"/>
              <a:t>fermentum</a:t>
            </a:r>
            <a:r>
              <a:rPr lang="en-US" dirty="0"/>
              <a:t> </a:t>
            </a:r>
            <a:r>
              <a:rPr lang="en-US" dirty="0" err="1"/>
              <a:t>venenatis</a:t>
            </a:r>
            <a:r>
              <a:rPr lang="en-US" dirty="0"/>
              <a:t>, nisi </a:t>
            </a:r>
            <a:r>
              <a:rPr lang="en-US" dirty="0" err="1"/>
              <a:t>nibh</a:t>
            </a:r>
            <a:r>
              <a:rPr lang="en-US" dirty="0"/>
              <a:t> tempus </a:t>
            </a:r>
            <a:r>
              <a:rPr lang="en-US" dirty="0" err="1"/>
              <a:t>turpis</a:t>
            </a:r>
            <a:r>
              <a:rPr lang="en-US" dirty="0"/>
              <a:t>, </a:t>
            </a:r>
            <a:r>
              <a:rPr lang="en-US" dirty="0" err="1"/>
              <a:t>eget</a:t>
            </a:r>
            <a:r>
              <a:rPr lang="en-US" dirty="0"/>
              <a:t> </a:t>
            </a:r>
            <a:r>
              <a:rPr lang="en-US" dirty="0" err="1"/>
              <a:t>venenatis</a:t>
            </a:r>
            <a:r>
              <a:rPr lang="en-US" dirty="0"/>
              <a:t> lacus </a:t>
            </a:r>
            <a:r>
              <a:rPr lang="en-US" dirty="0" err="1"/>
              <a:t>nunc</a:t>
            </a:r>
            <a:r>
              <a:rPr lang="en-US" dirty="0"/>
              <a:t> </a:t>
            </a:r>
            <a:r>
              <a:rPr lang="en-US" dirty="0" err="1"/>
              <a:t>sed</a:t>
            </a:r>
            <a:r>
              <a:rPr lang="en-US" dirty="0"/>
              <a:t> </a:t>
            </a:r>
            <a:r>
              <a:rPr lang="en-US" dirty="0" err="1"/>
              <a:t>enim</a:t>
            </a:r>
            <a:r>
              <a:rPr lang="en-US" dirty="0"/>
              <a:t> </a:t>
            </a:r>
            <a:r>
              <a:rPr lang="en-US" dirty="0" err="1"/>
              <a:t>donec</a:t>
            </a:r>
            <a:r>
              <a:rPr lang="en-US" dirty="0"/>
              <a:t> </a:t>
            </a:r>
            <a:r>
              <a:rPr lang="en-US" dirty="0" err="1"/>
              <a:t>cursu</a:t>
            </a:r>
            <a:r>
              <a:rPr lang="en-US" dirty="0"/>
              <a:t>.</a:t>
            </a:r>
          </a:p>
        </p:txBody>
      </p:sp>
      <p:sp>
        <p:nvSpPr>
          <p:cNvPr id="15" name="Text Placeholder 4"/>
          <p:cNvSpPr>
            <a:spLocks noGrp="1"/>
          </p:cNvSpPr>
          <p:nvPr>
            <p:ph type="body" sz="quarter" idx="31" hasCustomPrompt="1"/>
          </p:nvPr>
        </p:nvSpPr>
        <p:spPr>
          <a:xfrm>
            <a:off x="13811250" y="4208153"/>
            <a:ext cx="9180513" cy="3104055"/>
          </a:xfrm>
          <a:prstGeom prst="rect">
            <a:avLst/>
          </a:prstGeom>
        </p:spPr>
        <p:txBody>
          <a:bodyPr wrap="square" lIns="0" tIns="0" rIns="0" bIns="0">
            <a:spAutoFit/>
          </a:bodyPr>
          <a:lstStyle>
            <a:lvl1pPr marL="0" marR="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sz="10100" cap="all" spc="0" baseline="0">
                <a:solidFill>
                  <a:schemeClr val="accent1"/>
                </a:solidFill>
                <a:latin typeface="+mj-lt"/>
              </a:defRPr>
            </a:lvl1pPr>
            <a:lvl2pPr marL="914354" indent="0">
              <a:buNone/>
              <a:defRPr sz="7600" cap="all" spc="600" baseline="0">
                <a:latin typeface="+mj-lt"/>
              </a:defRPr>
            </a:lvl2pPr>
            <a:lvl3pPr marL="1828709" indent="0">
              <a:buNone/>
              <a:defRPr sz="7600" cap="all" spc="600" baseline="0">
                <a:latin typeface="+mj-lt"/>
              </a:defRPr>
            </a:lvl3pPr>
            <a:lvl4pPr marL="2743063" indent="0">
              <a:buNone/>
              <a:defRPr sz="7600" cap="all" spc="600" baseline="0">
                <a:latin typeface="+mj-lt"/>
              </a:defRPr>
            </a:lvl4pPr>
            <a:lvl5pPr marL="3657417" indent="0">
              <a:buNone/>
              <a:defRPr sz="7600" cap="all" spc="600" baseline="0">
                <a:latin typeface="+mj-lt"/>
              </a:defRPr>
            </a:lvl5pPr>
          </a:lstStyle>
          <a:p>
            <a:pPr marL="0" marR="0" lvl="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a:pPr>
            <a:r>
              <a:rPr lang="en-US" dirty="0"/>
              <a:t>Annual income</a:t>
            </a:r>
            <a:endParaRPr lang="uk-UA" dirty="0"/>
          </a:p>
        </p:txBody>
      </p:sp>
      <p:sp>
        <p:nvSpPr>
          <p:cNvPr id="8" name="Chart Placeholder 3"/>
          <p:cNvSpPr>
            <a:spLocks noGrp="1"/>
          </p:cNvSpPr>
          <p:nvPr>
            <p:ph type="chart" sz="quarter" idx="17"/>
          </p:nvPr>
        </p:nvSpPr>
        <p:spPr>
          <a:xfrm>
            <a:off x="1409700" y="3078163"/>
            <a:ext cx="10240963" cy="8428037"/>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15915153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ar char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1" hasCustomPrompt="1"/>
          </p:nvPr>
        </p:nvSpPr>
        <p:spPr>
          <a:xfrm>
            <a:off x="13811250" y="8015926"/>
            <a:ext cx="9188850" cy="1831271"/>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Mauris</a:t>
            </a:r>
            <a:r>
              <a:rPr lang="en-US" dirty="0"/>
              <a:t> </a:t>
            </a:r>
            <a:r>
              <a:rPr lang="en-US" dirty="0" err="1"/>
              <a:t>eu</a:t>
            </a:r>
            <a:r>
              <a:rPr lang="en-US" dirty="0"/>
              <a:t> </a:t>
            </a:r>
            <a:r>
              <a:rPr lang="en-US" dirty="0" err="1"/>
              <a:t>massa</a:t>
            </a:r>
            <a:r>
              <a:rPr lang="en-US" dirty="0"/>
              <a:t> et dui </a:t>
            </a:r>
            <a:r>
              <a:rPr lang="en-US" dirty="0" err="1"/>
              <a:t>sodales</a:t>
            </a:r>
            <a:r>
              <a:rPr lang="en-US" dirty="0"/>
              <a:t> porta. </a:t>
            </a:r>
            <a:r>
              <a:rPr lang="en-US" dirty="0" err="1"/>
              <a:t>Morbi</a:t>
            </a:r>
            <a:r>
              <a:rPr lang="en-US" dirty="0"/>
              <a:t> </a:t>
            </a:r>
            <a:r>
              <a:rPr lang="en-US" dirty="0" err="1"/>
              <a:t>eleifend</a:t>
            </a:r>
            <a:r>
              <a:rPr lang="en-US" dirty="0"/>
              <a:t> ex </a:t>
            </a:r>
            <a:r>
              <a:rPr lang="en-US" dirty="0" err="1"/>
              <a:t>nec</a:t>
            </a:r>
            <a:r>
              <a:rPr lang="en-US" dirty="0"/>
              <a:t> dolor </a:t>
            </a:r>
            <a:r>
              <a:rPr lang="en-US" dirty="0" err="1"/>
              <a:t>tempor</a:t>
            </a:r>
            <a:r>
              <a:rPr lang="en-US" dirty="0"/>
              <a:t> </a:t>
            </a:r>
            <a:r>
              <a:rPr lang="en-US" dirty="0" err="1"/>
              <a:t>aliquam</a:t>
            </a:r>
            <a:r>
              <a:rPr lang="en-US" dirty="0"/>
              <a:t>. </a:t>
            </a:r>
            <a:r>
              <a:rPr lang="en-US" dirty="0" err="1"/>
              <a:t>Cras</a:t>
            </a:r>
            <a:r>
              <a:rPr lang="en-US" dirty="0"/>
              <a:t> </a:t>
            </a:r>
            <a:r>
              <a:rPr lang="en-US" dirty="0" err="1"/>
              <a:t>odio</a:t>
            </a:r>
            <a:r>
              <a:rPr lang="en-US" dirty="0"/>
              <a:t> quam, </a:t>
            </a:r>
            <a:r>
              <a:rPr lang="en-US" dirty="0" err="1"/>
              <a:t>egestas</a:t>
            </a:r>
            <a:r>
              <a:rPr lang="en-US" dirty="0"/>
              <a:t> </a:t>
            </a:r>
            <a:r>
              <a:rPr lang="en-US" dirty="0" err="1"/>
              <a:t>tincidunt</a:t>
            </a:r>
            <a:r>
              <a:rPr lang="en-US" dirty="0"/>
              <a:t> </a:t>
            </a:r>
            <a:r>
              <a:rPr lang="en-US" dirty="0" err="1"/>
              <a:t>neque</a:t>
            </a:r>
            <a:r>
              <a:rPr lang="en-US" dirty="0"/>
              <a:t> </a:t>
            </a:r>
            <a:r>
              <a:rPr lang="en-US" dirty="0" err="1"/>
              <a:t>eget</a:t>
            </a:r>
            <a:r>
              <a:rPr lang="en-US" dirty="0"/>
              <a:t>.</a:t>
            </a:r>
          </a:p>
        </p:txBody>
      </p:sp>
      <p:sp>
        <p:nvSpPr>
          <p:cNvPr id="15" name="Text Placeholder 4"/>
          <p:cNvSpPr>
            <a:spLocks noGrp="1"/>
          </p:cNvSpPr>
          <p:nvPr>
            <p:ph type="body" sz="quarter" idx="31" hasCustomPrompt="1"/>
          </p:nvPr>
        </p:nvSpPr>
        <p:spPr>
          <a:xfrm>
            <a:off x="13811250" y="4208153"/>
            <a:ext cx="9180513" cy="3104055"/>
          </a:xfrm>
          <a:prstGeom prst="rect">
            <a:avLst/>
          </a:prstGeom>
        </p:spPr>
        <p:txBody>
          <a:bodyPr wrap="square" lIns="0" tIns="0" rIns="0" bIns="0">
            <a:spAutoFit/>
          </a:bodyPr>
          <a:lstStyle>
            <a:lvl1pPr marL="0" marR="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sz="10100" cap="all" spc="0" baseline="0">
                <a:solidFill>
                  <a:schemeClr val="accent1"/>
                </a:solidFill>
                <a:latin typeface="+mj-lt"/>
              </a:defRPr>
            </a:lvl1pPr>
            <a:lvl2pPr marL="914354" indent="0">
              <a:buNone/>
              <a:defRPr sz="7600" cap="all" spc="600" baseline="0">
                <a:latin typeface="+mj-lt"/>
              </a:defRPr>
            </a:lvl2pPr>
            <a:lvl3pPr marL="1828709" indent="0">
              <a:buNone/>
              <a:defRPr sz="7600" cap="all" spc="600" baseline="0">
                <a:latin typeface="+mj-lt"/>
              </a:defRPr>
            </a:lvl3pPr>
            <a:lvl4pPr marL="2743063" indent="0">
              <a:buNone/>
              <a:defRPr sz="7600" cap="all" spc="600" baseline="0">
                <a:latin typeface="+mj-lt"/>
              </a:defRPr>
            </a:lvl4pPr>
            <a:lvl5pPr marL="3657417" indent="0">
              <a:buNone/>
              <a:defRPr sz="7600" cap="all" spc="600" baseline="0">
                <a:latin typeface="+mj-lt"/>
              </a:defRPr>
            </a:lvl5pPr>
          </a:lstStyle>
          <a:p>
            <a:pPr marL="0" marR="0" lvl="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a:pPr>
            <a:r>
              <a:rPr lang="en-US" dirty="0"/>
              <a:t>Spending comparison</a:t>
            </a:r>
            <a:endParaRPr lang="uk-UA" dirty="0"/>
          </a:p>
        </p:txBody>
      </p:sp>
      <p:sp>
        <p:nvSpPr>
          <p:cNvPr id="8" name="Chart Placeholder 3"/>
          <p:cNvSpPr>
            <a:spLocks noGrp="1"/>
          </p:cNvSpPr>
          <p:nvPr>
            <p:ph type="chart" sz="quarter" idx="17"/>
          </p:nvPr>
        </p:nvSpPr>
        <p:spPr>
          <a:xfrm>
            <a:off x="1409700" y="3078163"/>
            <a:ext cx="10240963" cy="8428037"/>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6948876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ne char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1" hasCustomPrompt="1"/>
          </p:nvPr>
        </p:nvSpPr>
        <p:spPr>
          <a:xfrm>
            <a:off x="13811250" y="8015926"/>
            <a:ext cx="9188850" cy="1831271"/>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Vestibulum</a:t>
            </a:r>
            <a:r>
              <a:rPr lang="en-US" dirty="0"/>
              <a:t> </a:t>
            </a:r>
            <a:r>
              <a:rPr lang="en-US" dirty="0" err="1"/>
              <a:t>tincidunt</a:t>
            </a:r>
            <a:r>
              <a:rPr lang="en-US" dirty="0"/>
              <a:t> </a:t>
            </a:r>
            <a:r>
              <a:rPr lang="en-US" dirty="0" err="1"/>
              <a:t>varius</a:t>
            </a:r>
            <a:r>
              <a:rPr lang="en-US" dirty="0"/>
              <a:t> </a:t>
            </a:r>
            <a:r>
              <a:rPr lang="en-US" dirty="0" err="1"/>
              <a:t>sem</a:t>
            </a:r>
            <a:r>
              <a:rPr lang="en-US" dirty="0"/>
              <a:t>, </a:t>
            </a:r>
            <a:r>
              <a:rPr lang="en-US" dirty="0" err="1"/>
              <a:t>quis</a:t>
            </a:r>
            <a:r>
              <a:rPr lang="en-US" dirty="0"/>
              <a:t> </a:t>
            </a:r>
            <a:r>
              <a:rPr lang="en-US" dirty="0" err="1"/>
              <a:t>vulputate</a:t>
            </a:r>
            <a:r>
              <a:rPr lang="en-US" dirty="0"/>
              <a:t> </a:t>
            </a:r>
            <a:r>
              <a:rPr lang="en-US" dirty="0" err="1"/>
              <a:t>nulla</a:t>
            </a:r>
            <a:r>
              <a:rPr lang="en-US" dirty="0"/>
              <a:t> </a:t>
            </a:r>
            <a:r>
              <a:rPr lang="en-US" dirty="0" err="1"/>
              <a:t>venenatis</a:t>
            </a:r>
            <a:r>
              <a:rPr lang="en-US" dirty="0"/>
              <a:t> et. </a:t>
            </a:r>
            <a:r>
              <a:rPr lang="en-US" dirty="0" err="1"/>
              <a:t>Vestibulum</a:t>
            </a:r>
            <a:r>
              <a:rPr lang="en-US" dirty="0"/>
              <a:t> </a:t>
            </a:r>
            <a:r>
              <a:rPr lang="en-US" dirty="0" err="1"/>
              <a:t>vel</a:t>
            </a:r>
            <a:r>
              <a:rPr lang="en-US" dirty="0"/>
              <a:t> lacus in lacus </a:t>
            </a:r>
            <a:r>
              <a:rPr lang="en-US" dirty="0" err="1"/>
              <a:t>feugiat</a:t>
            </a:r>
            <a:r>
              <a:rPr lang="en-US" dirty="0"/>
              <a:t> </a:t>
            </a:r>
            <a:r>
              <a:rPr lang="en-US" dirty="0" err="1"/>
              <a:t>accumsan</a:t>
            </a:r>
            <a:r>
              <a:rPr lang="en-US" dirty="0"/>
              <a:t> </a:t>
            </a:r>
            <a:r>
              <a:rPr lang="en-US" dirty="0" err="1"/>
              <a:t>ut</a:t>
            </a:r>
            <a:r>
              <a:rPr lang="en-US" dirty="0"/>
              <a:t> vitae. </a:t>
            </a:r>
          </a:p>
        </p:txBody>
      </p:sp>
      <p:sp>
        <p:nvSpPr>
          <p:cNvPr id="15" name="Text Placeholder 4"/>
          <p:cNvSpPr>
            <a:spLocks noGrp="1"/>
          </p:cNvSpPr>
          <p:nvPr>
            <p:ph type="body" sz="quarter" idx="31" hasCustomPrompt="1"/>
          </p:nvPr>
        </p:nvSpPr>
        <p:spPr>
          <a:xfrm>
            <a:off x="13811250" y="4208153"/>
            <a:ext cx="9180513" cy="3104055"/>
          </a:xfrm>
          <a:prstGeom prst="rect">
            <a:avLst/>
          </a:prstGeom>
        </p:spPr>
        <p:txBody>
          <a:bodyPr wrap="square" lIns="0" tIns="0" rIns="0" bIns="0">
            <a:spAutoFit/>
          </a:bodyPr>
          <a:lstStyle>
            <a:lvl1pPr marL="0" marR="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sz="10100" cap="all" spc="0" baseline="0">
                <a:solidFill>
                  <a:schemeClr val="accent1"/>
                </a:solidFill>
                <a:latin typeface="+mj-lt"/>
              </a:defRPr>
            </a:lvl1pPr>
            <a:lvl2pPr marL="914354" indent="0">
              <a:buNone/>
              <a:defRPr sz="7600" cap="all" spc="600" baseline="0">
                <a:latin typeface="+mj-lt"/>
              </a:defRPr>
            </a:lvl2pPr>
            <a:lvl3pPr marL="1828709" indent="0">
              <a:buNone/>
              <a:defRPr sz="7600" cap="all" spc="600" baseline="0">
                <a:latin typeface="+mj-lt"/>
              </a:defRPr>
            </a:lvl3pPr>
            <a:lvl4pPr marL="2743063" indent="0">
              <a:buNone/>
              <a:defRPr sz="7600" cap="all" spc="600" baseline="0">
                <a:latin typeface="+mj-lt"/>
              </a:defRPr>
            </a:lvl4pPr>
            <a:lvl5pPr marL="3657417" indent="0">
              <a:buNone/>
              <a:defRPr sz="7600" cap="all" spc="600" baseline="0">
                <a:latin typeface="+mj-lt"/>
              </a:defRPr>
            </a:lvl5pPr>
          </a:lstStyle>
          <a:p>
            <a:pPr marL="0" marR="0" lvl="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a:pPr>
            <a:r>
              <a:rPr lang="en-US" dirty="0"/>
              <a:t>Return on investment</a:t>
            </a:r>
            <a:endParaRPr lang="uk-UA" dirty="0"/>
          </a:p>
        </p:txBody>
      </p:sp>
      <p:sp>
        <p:nvSpPr>
          <p:cNvPr id="8" name="Chart Placeholder 3"/>
          <p:cNvSpPr>
            <a:spLocks noGrp="1"/>
          </p:cNvSpPr>
          <p:nvPr>
            <p:ph type="chart" sz="quarter" idx="17"/>
          </p:nvPr>
        </p:nvSpPr>
        <p:spPr>
          <a:xfrm>
            <a:off x="1409700" y="3078163"/>
            <a:ext cx="10240963" cy="8428037"/>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34354772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Area char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1" hasCustomPrompt="1"/>
          </p:nvPr>
        </p:nvSpPr>
        <p:spPr>
          <a:xfrm>
            <a:off x="13811250" y="8015926"/>
            <a:ext cx="9188850" cy="1831271"/>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Praesent</a:t>
            </a:r>
            <a:r>
              <a:rPr lang="en-US" dirty="0"/>
              <a:t> gravida </a:t>
            </a:r>
            <a:r>
              <a:rPr lang="en-US" dirty="0" err="1"/>
              <a:t>iaculis</a:t>
            </a:r>
            <a:r>
              <a:rPr lang="en-US" dirty="0"/>
              <a:t> est. </a:t>
            </a:r>
            <a:r>
              <a:rPr lang="en-US" dirty="0" err="1"/>
              <a:t>Proin</a:t>
            </a:r>
            <a:r>
              <a:rPr lang="en-US" dirty="0"/>
              <a:t> </a:t>
            </a:r>
            <a:r>
              <a:rPr lang="en-US" dirty="0" err="1"/>
              <a:t>feugiat</a:t>
            </a:r>
            <a:r>
              <a:rPr lang="en-US" dirty="0"/>
              <a:t> et lorem </a:t>
            </a:r>
            <a:r>
              <a:rPr lang="en-US" dirty="0" err="1"/>
              <a:t>nec</a:t>
            </a:r>
            <a:r>
              <a:rPr lang="en-US" dirty="0"/>
              <a:t> </a:t>
            </a:r>
            <a:r>
              <a:rPr lang="en-US" dirty="0" err="1"/>
              <a:t>feugiat</a:t>
            </a:r>
            <a:r>
              <a:rPr lang="en-US" dirty="0"/>
              <a:t>. Integer </a:t>
            </a:r>
            <a:r>
              <a:rPr lang="en-US" dirty="0" err="1"/>
              <a:t>urna</a:t>
            </a:r>
            <a:r>
              <a:rPr lang="en-US" dirty="0"/>
              <a:t> </a:t>
            </a:r>
            <a:r>
              <a:rPr lang="en-US" dirty="0" err="1"/>
              <a:t>turpis</a:t>
            </a:r>
            <a:r>
              <a:rPr lang="en-US" dirty="0"/>
              <a:t>, porta </a:t>
            </a:r>
            <a:r>
              <a:rPr lang="en-US" dirty="0" err="1"/>
              <a:t>eget</a:t>
            </a:r>
            <a:r>
              <a:rPr lang="en-US" dirty="0"/>
              <a:t> </a:t>
            </a:r>
            <a:r>
              <a:rPr lang="en-US" dirty="0" err="1"/>
              <a:t>eleifend</a:t>
            </a:r>
            <a:r>
              <a:rPr lang="en-US" dirty="0"/>
              <a:t> </a:t>
            </a:r>
            <a:r>
              <a:rPr lang="en-US" dirty="0" err="1"/>
              <a:t>eu</a:t>
            </a:r>
            <a:r>
              <a:rPr lang="en-US" dirty="0"/>
              <a:t>, </a:t>
            </a:r>
            <a:r>
              <a:rPr lang="en-US" dirty="0" err="1"/>
              <a:t>rutrum</a:t>
            </a:r>
            <a:r>
              <a:rPr lang="en-US" dirty="0"/>
              <a:t> </a:t>
            </a:r>
            <a:r>
              <a:rPr lang="en-US" dirty="0" err="1"/>
              <a:t>eget</a:t>
            </a:r>
            <a:r>
              <a:rPr lang="en-US" dirty="0"/>
              <a:t> libero </a:t>
            </a:r>
            <a:r>
              <a:rPr lang="en-US" dirty="0" err="1"/>
              <a:t>morbi</a:t>
            </a:r>
            <a:r>
              <a:rPr lang="en-US" dirty="0"/>
              <a:t>.</a:t>
            </a:r>
          </a:p>
        </p:txBody>
      </p:sp>
      <p:sp>
        <p:nvSpPr>
          <p:cNvPr id="15" name="Text Placeholder 4"/>
          <p:cNvSpPr>
            <a:spLocks noGrp="1"/>
          </p:cNvSpPr>
          <p:nvPr>
            <p:ph type="body" sz="quarter" idx="31" hasCustomPrompt="1"/>
          </p:nvPr>
        </p:nvSpPr>
        <p:spPr>
          <a:xfrm>
            <a:off x="13811250" y="4208153"/>
            <a:ext cx="9180513" cy="3104055"/>
          </a:xfrm>
          <a:prstGeom prst="rect">
            <a:avLst/>
          </a:prstGeom>
        </p:spPr>
        <p:txBody>
          <a:bodyPr wrap="square" lIns="0" tIns="0" rIns="0" bIns="0">
            <a:spAutoFit/>
          </a:bodyPr>
          <a:lstStyle>
            <a:lvl1pPr marL="0" marR="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sz="10100" cap="all" spc="0" baseline="0">
                <a:solidFill>
                  <a:schemeClr val="accent1"/>
                </a:solidFill>
                <a:latin typeface="+mj-lt"/>
              </a:defRPr>
            </a:lvl1pPr>
            <a:lvl2pPr marL="914354" indent="0">
              <a:buNone/>
              <a:defRPr sz="7600" cap="all" spc="600" baseline="0">
                <a:latin typeface="+mj-lt"/>
              </a:defRPr>
            </a:lvl2pPr>
            <a:lvl3pPr marL="1828709" indent="0">
              <a:buNone/>
              <a:defRPr sz="7600" cap="all" spc="600" baseline="0">
                <a:latin typeface="+mj-lt"/>
              </a:defRPr>
            </a:lvl3pPr>
            <a:lvl4pPr marL="2743063" indent="0">
              <a:buNone/>
              <a:defRPr sz="7600" cap="all" spc="600" baseline="0">
                <a:latin typeface="+mj-lt"/>
              </a:defRPr>
            </a:lvl4pPr>
            <a:lvl5pPr marL="3657417" indent="0">
              <a:buNone/>
              <a:defRPr sz="7600" cap="all" spc="600" baseline="0">
                <a:latin typeface="+mj-lt"/>
              </a:defRPr>
            </a:lvl5pPr>
          </a:lstStyle>
          <a:p>
            <a:pPr marL="0" marR="0" lvl="0" indent="0" algn="l" defTabSz="1828709" rtl="0" eaLnBrk="1" fontAlgn="auto" latinLnBrk="0" hangingPunct="1">
              <a:lnSpc>
                <a:spcPts val="12100"/>
              </a:lnSpc>
              <a:spcBef>
                <a:spcPts val="0"/>
              </a:spcBef>
              <a:spcAft>
                <a:spcPts val="0"/>
              </a:spcAft>
              <a:buClrTx/>
              <a:buSzTx/>
              <a:buFont typeface="Arial" panose="020B0604020202020204" pitchFamily="34" charset="0"/>
              <a:buNone/>
              <a:tabLst/>
              <a:defRPr/>
            </a:pPr>
            <a:r>
              <a:rPr lang="en-US" dirty="0"/>
              <a:t>Growth graph</a:t>
            </a:r>
            <a:endParaRPr lang="uk-UA" dirty="0"/>
          </a:p>
        </p:txBody>
      </p:sp>
      <p:sp>
        <p:nvSpPr>
          <p:cNvPr id="8" name="Chart Placeholder 3"/>
          <p:cNvSpPr>
            <a:spLocks noGrp="1"/>
          </p:cNvSpPr>
          <p:nvPr>
            <p:ph type="chart" sz="quarter" idx="17"/>
          </p:nvPr>
        </p:nvSpPr>
        <p:spPr>
          <a:xfrm>
            <a:off x="1409700" y="3078163"/>
            <a:ext cx="10240963" cy="8428037"/>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20154818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e chart">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9" name="Chart Placeholder 3"/>
          <p:cNvSpPr>
            <a:spLocks noGrp="1"/>
          </p:cNvSpPr>
          <p:nvPr>
            <p:ph type="chart" sz="quarter" idx="17"/>
          </p:nvPr>
        </p:nvSpPr>
        <p:spPr>
          <a:xfrm>
            <a:off x="3009900" y="3078163"/>
            <a:ext cx="18362613" cy="8428037"/>
          </a:xfrm>
          <a:prstGeom prst="rect">
            <a:avLst/>
          </a:prstGeom>
        </p:spPr>
        <p:txBody>
          <a:bodyPr anchor="ctr"/>
          <a:lstStyle>
            <a:lvl1pPr marL="0" indent="0" algn="ctr">
              <a:buFontTx/>
              <a:buNone/>
              <a:defRPr sz="2800">
                <a:solidFill>
                  <a:schemeClr val="tx1"/>
                </a:solidFill>
              </a:defRPr>
            </a:lvl1pPr>
          </a:lstStyle>
          <a:p>
            <a:endParaRPr lang="uk-UA" dirty="0"/>
          </a:p>
        </p:txBody>
      </p:sp>
      <p:sp>
        <p:nvSpPr>
          <p:cNvPr id="10" name="Text Placeholder 3"/>
          <p:cNvSpPr>
            <a:spLocks noGrp="1"/>
          </p:cNvSpPr>
          <p:nvPr>
            <p:ph type="body" sz="quarter" idx="20" hasCustomPrompt="1"/>
          </p:nvPr>
        </p:nvSpPr>
        <p:spPr>
          <a:xfrm>
            <a:off x="18938198" y="1128415"/>
            <a:ext cx="4053566"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Our sales</a:t>
            </a:r>
            <a:endParaRPr lang="uk-UA" dirty="0"/>
          </a:p>
        </p:txBody>
      </p:sp>
    </p:spTree>
    <p:extLst>
      <p:ext uri="{BB962C8B-B14F-4D97-AF65-F5344CB8AC3E}">
        <p14:creationId xmlns:p14="http://schemas.microsoft.com/office/powerpoint/2010/main" val="16024590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arket shar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0" name="Text Placeholder 3"/>
          <p:cNvSpPr>
            <a:spLocks noGrp="1"/>
          </p:cNvSpPr>
          <p:nvPr>
            <p:ph type="body" sz="quarter" idx="20" hasCustomPrompt="1"/>
          </p:nvPr>
        </p:nvSpPr>
        <p:spPr>
          <a:xfrm>
            <a:off x="17925100" y="1128415"/>
            <a:ext cx="5066664"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Market share</a:t>
            </a:r>
            <a:endParaRPr lang="uk-UA" dirty="0"/>
          </a:p>
        </p:txBody>
      </p:sp>
      <p:sp>
        <p:nvSpPr>
          <p:cNvPr id="6" name="Text Placeholder 3"/>
          <p:cNvSpPr>
            <a:spLocks noGrp="1"/>
          </p:cNvSpPr>
          <p:nvPr>
            <p:ph type="body" sz="quarter" idx="11" hasCustomPrompt="1"/>
          </p:nvPr>
        </p:nvSpPr>
        <p:spPr>
          <a:xfrm>
            <a:off x="3009900" y="8556731"/>
            <a:ext cx="5400675"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Vivamus</a:t>
            </a:r>
            <a:r>
              <a:rPr lang="en-US" dirty="0"/>
              <a:t> cursus, libero </a:t>
            </a:r>
            <a:r>
              <a:rPr lang="en-US" dirty="0" err="1"/>
              <a:t>quis</a:t>
            </a:r>
            <a:r>
              <a:rPr lang="en-US" dirty="0"/>
              <a:t> </a:t>
            </a:r>
            <a:r>
              <a:rPr lang="en-US" dirty="0" err="1"/>
              <a:t>condimentum</a:t>
            </a:r>
            <a:r>
              <a:rPr lang="en-US" dirty="0"/>
              <a:t> dictum, ante </a:t>
            </a:r>
            <a:r>
              <a:rPr lang="en-US" dirty="0" err="1"/>
              <a:t>mauris</a:t>
            </a:r>
            <a:r>
              <a:rPr lang="en-US" dirty="0"/>
              <a:t>.</a:t>
            </a:r>
          </a:p>
        </p:txBody>
      </p:sp>
      <p:sp>
        <p:nvSpPr>
          <p:cNvPr id="8" name="Text Placeholder 3"/>
          <p:cNvSpPr>
            <a:spLocks noGrp="1"/>
          </p:cNvSpPr>
          <p:nvPr>
            <p:ph type="body" sz="quarter" idx="21" hasCustomPrompt="1"/>
          </p:nvPr>
        </p:nvSpPr>
        <p:spPr>
          <a:xfrm>
            <a:off x="9491664" y="8556731"/>
            <a:ext cx="5399086"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da-DK" dirty="0"/>
              <a:t>Lorem ipsum dolor sit amet, ante consectetur elit </a:t>
            </a:r>
            <a:r>
              <a:rPr lang="en-US" dirty="0"/>
              <a:t>non </a:t>
            </a:r>
            <a:r>
              <a:rPr lang="en-US" dirty="0" err="1"/>
              <a:t>placerat</a:t>
            </a:r>
            <a:r>
              <a:rPr lang="da-DK" dirty="0"/>
              <a:t>. </a:t>
            </a:r>
            <a:endParaRPr lang="en-US" dirty="0"/>
          </a:p>
        </p:txBody>
      </p:sp>
      <p:sp>
        <p:nvSpPr>
          <p:cNvPr id="11" name="Text Placeholder 3"/>
          <p:cNvSpPr>
            <a:spLocks noGrp="1"/>
          </p:cNvSpPr>
          <p:nvPr>
            <p:ph type="body" sz="quarter" idx="22" hasCustomPrompt="1"/>
          </p:nvPr>
        </p:nvSpPr>
        <p:spPr>
          <a:xfrm>
            <a:off x="15971839" y="8556731"/>
            <a:ext cx="5400674"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Etiam</a:t>
            </a:r>
            <a:r>
              <a:rPr lang="fr-FR" dirty="0"/>
              <a:t> et semper </a:t>
            </a:r>
            <a:r>
              <a:rPr lang="fr-FR" dirty="0" err="1"/>
              <a:t>arcu</a:t>
            </a:r>
            <a:r>
              <a:rPr lang="fr-FR" dirty="0"/>
              <a:t>. </a:t>
            </a:r>
            <a:r>
              <a:rPr lang="fr-FR" dirty="0" err="1"/>
              <a:t>Quisque</a:t>
            </a:r>
            <a:r>
              <a:rPr lang="fr-FR" dirty="0"/>
              <a:t> </a:t>
            </a:r>
            <a:r>
              <a:rPr lang="fr-FR" dirty="0" err="1"/>
              <a:t>dictum</a:t>
            </a:r>
            <a:r>
              <a:rPr lang="fr-FR" dirty="0"/>
              <a:t> </a:t>
            </a:r>
            <a:r>
              <a:rPr lang="fr-FR" dirty="0" err="1"/>
              <a:t>quis</a:t>
            </a:r>
            <a:r>
              <a:rPr lang="fr-FR" dirty="0"/>
              <a:t> </a:t>
            </a:r>
            <a:r>
              <a:rPr lang="fr-FR" dirty="0" err="1"/>
              <a:t>elit</a:t>
            </a:r>
            <a:r>
              <a:rPr lang="fr-FR" dirty="0"/>
              <a:t> in </a:t>
            </a:r>
            <a:r>
              <a:rPr lang="fr-FR" dirty="0" err="1"/>
              <a:t>consectetur</a:t>
            </a:r>
            <a:r>
              <a:rPr lang="fr-FR" dirty="0"/>
              <a:t>.</a:t>
            </a:r>
            <a:endParaRPr lang="en-US" dirty="0"/>
          </a:p>
        </p:txBody>
      </p:sp>
      <p:sp>
        <p:nvSpPr>
          <p:cNvPr id="12" name="Chart Placeholder 12"/>
          <p:cNvSpPr>
            <a:spLocks noGrp="1"/>
          </p:cNvSpPr>
          <p:nvPr>
            <p:ph type="chart" sz="quarter" idx="24"/>
          </p:nvPr>
        </p:nvSpPr>
        <p:spPr>
          <a:xfrm>
            <a:off x="9491663" y="3617914"/>
            <a:ext cx="5399087" cy="4860924"/>
          </a:xfrm>
          <a:prstGeom prst="rect">
            <a:avLst/>
          </a:prstGeom>
        </p:spPr>
        <p:txBody>
          <a:bodyPr anchor="ctr"/>
          <a:lstStyle>
            <a:lvl1pPr marL="0" indent="0" algn="ctr">
              <a:buFontTx/>
              <a:buNone/>
              <a:defRPr sz="2800">
                <a:solidFill>
                  <a:schemeClr val="tx1"/>
                </a:solidFill>
              </a:defRPr>
            </a:lvl1pPr>
          </a:lstStyle>
          <a:p>
            <a:endParaRPr lang="uk-UA" dirty="0"/>
          </a:p>
        </p:txBody>
      </p:sp>
      <p:sp>
        <p:nvSpPr>
          <p:cNvPr id="13" name="Chart Placeholder 12"/>
          <p:cNvSpPr>
            <a:spLocks noGrp="1"/>
          </p:cNvSpPr>
          <p:nvPr>
            <p:ph type="chart" sz="quarter" idx="25"/>
          </p:nvPr>
        </p:nvSpPr>
        <p:spPr>
          <a:xfrm>
            <a:off x="3009900" y="3617914"/>
            <a:ext cx="5399087" cy="4860924"/>
          </a:xfrm>
          <a:prstGeom prst="rect">
            <a:avLst/>
          </a:prstGeom>
        </p:spPr>
        <p:txBody>
          <a:bodyPr anchor="ctr"/>
          <a:lstStyle>
            <a:lvl1pPr marL="0" indent="0" algn="ctr">
              <a:buFontTx/>
              <a:buNone/>
              <a:defRPr sz="2800">
                <a:solidFill>
                  <a:schemeClr val="tx1"/>
                </a:solidFill>
              </a:defRPr>
            </a:lvl1pPr>
          </a:lstStyle>
          <a:p>
            <a:endParaRPr lang="uk-UA" dirty="0"/>
          </a:p>
        </p:txBody>
      </p:sp>
      <p:sp>
        <p:nvSpPr>
          <p:cNvPr id="14" name="Chart Placeholder 12"/>
          <p:cNvSpPr>
            <a:spLocks noGrp="1"/>
          </p:cNvSpPr>
          <p:nvPr>
            <p:ph type="chart" sz="quarter" idx="26"/>
          </p:nvPr>
        </p:nvSpPr>
        <p:spPr>
          <a:xfrm>
            <a:off x="15973426" y="3617913"/>
            <a:ext cx="5399087" cy="4860924"/>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11448863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ist of item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0" name="Text Placeholder 3"/>
          <p:cNvSpPr>
            <a:spLocks noGrp="1"/>
          </p:cNvSpPr>
          <p:nvPr>
            <p:ph type="body" sz="quarter" idx="20" hasCustomPrompt="1"/>
          </p:nvPr>
        </p:nvSpPr>
        <p:spPr>
          <a:xfrm>
            <a:off x="18191199" y="1128415"/>
            <a:ext cx="4800565"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List of items</a:t>
            </a:r>
            <a:endParaRPr lang="uk-UA" dirty="0"/>
          </a:p>
        </p:txBody>
      </p:sp>
      <p:sp>
        <p:nvSpPr>
          <p:cNvPr id="15" name="Text Placeholder 3"/>
          <p:cNvSpPr>
            <a:spLocks noGrp="1"/>
          </p:cNvSpPr>
          <p:nvPr>
            <p:ph type="body" sz="quarter" idx="11" hasCustomPrompt="1"/>
          </p:nvPr>
        </p:nvSpPr>
        <p:spPr>
          <a:xfrm>
            <a:off x="5170488" y="4778693"/>
            <a:ext cx="5920846" cy="1846659"/>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Vivamus</a:t>
            </a:r>
            <a:r>
              <a:rPr lang="en-US" dirty="0"/>
              <a:t> cursus, libero </a:t>
            </a:r>
            <a:r>
              <a:rPr lang="en-US" dirty="0" err="1"/>
              <a:t>quis</a:t>
            </a:r>
            <a:r>
              <a:rPr lang="en-US" dirty="0"/>
              <a:t> </a:t>
            </a:r>
            <a:r>
              <a:rPr lang="en-US" dirty="0" err="1"/>
              <a:t>condimentum</a:t>
            </a:r>
            <a:r>
              <a:rPr lang="en-US" dirty="0"/>
              <a:t> dictum, ante </a:t>
            </a:r>
            <a:r>
              <a:rPr lang="en-US" dirty="0" err="1"/>
              <a:t>mauris</a:t>
            </a:r>
            <a:r>
              <a:rPr lang="en-US" dirty="0"/>
              <a:t> text.</a:t>
            </a:r>
          </a:p>
        </p:txBody>
      </p:sp>
      <p:sp>
        <p:nvSpPr>
          <p:cNvPr id="16" name="Text Placeholder 3"/>
          <p:cNvSpPr>
            <a:spLocks noGrp="1"/>
          </p:cNvSpPr>
          <p:nvPr>
            <p:ph type="body" sz="quarter" idx="16" hasCustomPrompt="1"/>
          </p:nvPr>
        </p:nvSpPr>
        <p:spPr>
          <a:xfrm>
            <a:off x="2451100" y="4697414"/>
            <a:ext cx="2166999" cy="1927938"/>
          </a:xfrm>
          <a:prstGeom prst="rect">
            <a:avLst/>
          </a:prstGeom>
          <a:noFill/>
          <a:ln w="25400">
            <a:noFill/>
          </a:ln>
        </p:spPr>
        <p:txBody>
          <a:bodyPr wrap="square" lIns="0" tIns="0" rIns="0" bIns="0" anchor="ctr" anchorCtr="0">
            <a:normAutofit/>
          </a:bodyPr>
          <a:lstStyle>
            <a:lvl1pPr marL="0" indent="0" algn="r">
              <a:lnSpc>
                <a:spcPct val="100000"/>
              </a:lnSpc>
              <a:spcBef>
                <a:spcPts val="0"/>
              </a:spcBef>
              <a:buNone/>
              <a:defRPr sz="103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01</a:t>
            </a:r>
          </a:p>
        </p:txBody>
      </p:sp>
      <p:sp>
        <p:nvSpPr>
          <p:cNvPr id="17" name="Text Placeholder 3"/>
          <p:cNvSpPr>
            <a:spLocks noGrp="1"/>
          </p:cNvSpPr>
          <p:nvPr>
            <p:ph type="body" sz="quarter" idx="21" hasCustomPrompt="1"/>
          </p:nvPr>
        </p:nvSpPr>
        <p:spPr>
          <a:xfrm>
            <a:off x="5170488" y="8018780"/>
            <a:ext cx="5920846" cy="1846659"/>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has been.</a:t>
            </a:r>
          </a:p>
        </p:txBody>
      </p:sp>
      <p:sp>
        <p:nvSpPr>
          <p:cNvPr id="18" name="Text Placeholder 3"/>
          <p:cNvSpPr>
            <a:spLocks noGrp="1"/>
          </p:cNvSpPr>
          <p:nvPr>
            <p:ph type="body" sz="quarter" idx="23" hasCustomPrompt="1"/>
          </p:nvPr>
        </p:nvSpPr>
        <p:spPr>
          <a:xfrm>
            <a:off x="2451100" y="8018781"/>
            <a:ext cx="2166999" cy="1846658"/>
          </a:xfrm>
          <a:prstGeom prst="rect">
            <a:avLst/>
          </a:prstGeom>
          <a:noFill/>
          <a:ln w="25400">
            <a:noFill/>
          </a:ln>
        </p:spPr>
        <p:txBody>
          <a:bodyPr wrap="square" lIns="0" tIns="0" rIns="0" bIns="0" anchor="ctr" anchorCtr="0">
            <a:normAutofit/>
          </a:bodyPr>
          <a:lstStyle>
            <a:lvl1pPr marL="0" indent="0" algn="r">
              <a:lnSpc>
                <a:spcPct val="100000"/>
              </a:lnSpc>
              <a:spcBef>
                <a:spcPts val="0"/>
              </a:spcBef>
              <a:buNone/>
              <a:defRPr sz="103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02</a:t>
            </a:r>
          </a:p>
        </p:txBody>
      </p:sp>
      <p:sp>
        <p:nvSpPr>
          <p:cNvPr id="19" name="Text Placeholder 3"/>
          <p:cNvSpPr>
            <a:spLocks noGrp="1"/>
          </p:cNvSpPr>
          <p:nvPr>
            <p:ph type="body" sz="quarter" idx="24" hasCustomPrompt="1"/>
          </p:nvPr>
        </p:nvSpPr>
        <p:spPr>
          <a:xfrm>
            <a:off x="15984538" y="4778693"/>
            <a:ext cx="5920844" cy="1846659"/>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Etiam</a:t>
            </a:r>
            <a:r>
              <a:rPr lang="fr-FR" dirty="0"/>
              <a:t> et semper </a:t>
            </a:r>
            <a:r>
              <a:rPr lang="fr-FR" dirty="0" err="1"/>
              <a:t>arcu</a:t>
            </a:r>
            <a:r>
              <a:rPr lang="fr-FR" dirty="0"/>
              <a:t>. </a:t>
            </a:r>
            <a:r>
              <a:rPr lang="fr-FR" dirty="0" err="1"/>
              <a:t>Quisque</a:t>
            </a:r>
            <a:r>
              <a:rPr lang="fr-FR" dirty="0"/>
              <a:t> </a:t>
            </a:r>
            <a:r>
              <a:rPr lang="fr-FR" dirty="0" err="1"/>
              <a:t>dictum</a:t>
            </a:r>
            <a:r>
              <a:rPr lang="fr-FR" dirty="0"/>
              <a:t> </a:t>
            </a:r>
            <a:r>
              <a:rPr lang="fr-FR" dirty="0" err="1"/>
              <a:t>quis</a:t>
            </a:r>
            <a:r>
              <a:rPr lang="fr-FR" dirty="0"/>
              <a:t> </a:t>
            </a:r>
            <a:r>
              <a:rPr lang="fr-FR" dirty="0" err="1"/>
              <a:t>elit</a:t>
            </a:r>
            <a:r>
              <a:rPr lang="fr-FR" dirty="0"/>
              <a:t> in </a:t>
            </a:r>
            <a:r>
              <a:rPr lang="fr-FR" dirty="0" err="1"/>
              <a:t>consectetur</a:t>
            </a:r>
            <a:r>
              <a:rPr lang="fr-FR" dirty="0"/>
              <a:t> </a:t>
            </a:r>
            <a:r>
              <a:rPr lang="fr-FR" dirty="0" err="1"/>
              <a:t>since</a:t>
            </a:r>
            <a:r>
              <a:rPr lang="fr-FR" dirty="0"/>
              <a:t>.</a:t>
            </a:r>
            <a:endParaRPr lang="en-US" dirty="0"/>
          </a:p>
        </p:txBody>
      </p:sp>
      <p:sp>
        <p:nvSpPr>
          <p:cNvPr id="20" name="Text Placeholder 3"/>
          <p:cNvSpPr>
            <a:spLocks noGrp="1"/>
          </p:cNvSpPr>
          <p:nvPr>
            <p:ph type="body" sz="quarter" idx="25" hasCustomPrompt="1"/>
          </p:nvPr>
        </p:nvSpPr>
        <p:spPr>
          <a:xfrm>
            <a:off x="13265148" y="4697414"/>
            <a:ext cx="2166999" cy="1927938"/>
          </a:xfrm>
          <a:prstGeom prst="rect">
            <a:avLst/>
          </a:prstGeom>
          <a:noFill/>
          <a:ln w="25400">
            <a:noFill/>
          </a:ln>
        </p:spPr>
        <p:txBody>
          <a:bodyPr wrap="square" lIns="0" tIns="0" rIns="0" bIns="0" anchor="ctr" anchorCtr="0">
            <a:normAutofit/>
          </a:bodyPr>
          <a:lstStyle>
            <a:lvl1pPr marL="0" indent="0" algn="r">
              <a:lnSpc>
                <a:spcPct val="100000"/>
              </a:lnSpc>
              <a:spcBef>
                <a:spcPts val="0"/>
              </a:spcBef>
              <a:buNone/>
              <a:defRPr sz="103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03</a:t>
            </a:r>
          </a:p>
        </p:txBody>
      </p:sp>
      <p:sp>
        <p:nvSpPr>
          <p:cNvPr id="21" name="Text Placeholder 3"/>
          <p:cNvSpPr>
            <a:spLocks noGrp="1"/>
          </p:cNvSpPr>
          <p:nvPr>
            <p:ph type="body" sz="quarter" idx="26" hasCustomPrompt="1"/>
          </p:nvPr>
        </p:nvSpPr>
        <p:spPr>
          <a:xfrm>
            <a:off x="15984538" y="8018780"/>
            <a:ext cx="5920844" cy="1846659"/>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Aliquam</a:t>
            </a:r>
            <a:r>
              <a:rPr lang="en-US" dirty="0"/>
              <a:t> </a:t>
            </a:r>
            <a:r>
              <a:rPr lang="en-US" dirty="0" err="1"/>
              <a:t>neque</a:t>
            </a:r>
            <a:r>
              <a:rPr lang="en-US" dirty="0"/>
              <a:t> </a:t>
            </a:r>
            <a:r>
              <a:rPr lang="en-US" dirty="0" err="1"/>
              <a:t>massa</a:t>
            </a:r>
            <a:r>
              <a:rPr lang="en-US" dirty="0"/>
              <a:t>, </a:t>
            </a:r>
            <a:r>
              <a:rPr lang="en-US" dirty="0" err="1"/>
              <a:t>eleifend</a:t>
            </a:r>
            <a:r>
              <a:rPr lang="en-US" dirty="0"/>
              <a:t> ac </a:t>
            </a:r>
            <a:r>
              <a:rPr lang="en-US" dirty="0" err="1"/>
              <a:t>viverra</a:t>
            </a:r>
            <a:r>
              <a:rPr lang="en-US" dirty="0"/>
              <a:t> </a:t>
            </a:r>
            <a:r>
              <a:rPr lang="en-US" dirty="0" err="1"/>
              <a:t>quis</a:t>
            </a:r>
            <a:r>
              <a:rPr lang="en-US" dirty="0"/>
              <a:t>, </a:t>
            </a:r>
            <a:r>
              <a:rPr lang="en-US" dirty="0" err="1"/>
              <a:t>iaculis</a:t>
            </a:r>
            <a:r>
              <a:rPr lang="en-US" dirty="0"/>
              <a:t> id </a:t>
            </a:r>
            <a:r>
              <a:rPr lang="en-US" dirty="0" err="1"/>
              <a:t>nibh</a:t>
            </a:r>
            <a:r>
              <a:rPr lang="en-US" dirty="0"/>
              <a:t> text ever.</a:t>
            </a:r>
          </a:p>
        </p:txBody>
      </p:sp>
      <p:sp>
        <p:nvSpPr>
          <p:cNvPr id="22" name="Text Placeholder 3"/>
          <p:cNvSpPr>
            <a:spLocks noGrp="1"/>
          </p:cNvSpPr>
          <p:nvPr>
            <p:ph type="body" sz="quarter" idx="27" hasCustomPrompt="1"/>
          </p:nvPr>
        </p:nvSpPr>
        <p:spPr>
          <a:xfrm>
            <a:off x="13265148" y="8018781"/>
            <a:ext cx="2166999" cy="1846658"/>
          </a:xfrm>
          <a:prstGeom prst="rect">
            <a:avLst/>
          </a:prstGeom>
          <a:noFill/>
          <a:ln w="25400">
            <a:noFill/>
          </a:ln>
        </p:spPr>
        <p:txBody>
          <a:bodyPr wrap="square" lIns="0" tIns="0" rIns="0" bIns="0" anchor="ctr" anchorCtr="0">
            <a:normAutofit/>
          </a:bodyPr>
          <a:lstStyle>
            <a:lvl1pPr marL="0" indent="0" algn="r">
              <a:lnSpc>
                <a:spcPct val="100000"/>
              </a:lnSpc>
              <a:spcBef>
                <a:spcPts val="0"/>
              </a:spcBef>
              <a:buNone/>
              <a:defRPr sz="103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04</a:t>
            </a:r>
          </a:p>
        </p:txBody>
      </p:sp>
    </p:spTree>
    <p:extLst>
      <p:ext uri="{BB962C8B-B14F-4D97-AF65-F5344CB8AC3E}">
        <p14:creationId xmlns:p14="http://schemas.microsoft.com/office/powerpoint/2010/main" val="1278925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List with image">
    <p:spTree>
      <p:nvGrpSpPr>
        <p:cNvPr id="1" name=""/>
        <p:cNvGrpSpPr/>
        <p:nvPr/>
      </p:nvGrpSpPr>
      <p:grpSpPr>
        <a:xfrm>
          <a:off x="0" y="0"/>
          <a:ext cx="0" cy="0"/>
          <a:chOff x="0" y="0"/>
          <a:chExt cx="0" cy="0"/>
        </a:xfrm>
      </p:grpSpPr>
      <p:sp>
        <p:nvSpPr>
          <p:cNvPr id="25" name="Picture Placeholder 3"/>
          <p:cNvSpPr>
            <a:spLocks noGrp="1"/>
          </p:cNvSpPr>
          <p:nvPr>
            <p:ph type="pic" sz="quarter" idx="17"/>
          </p:nvPr>
        </p:nvSpPr>
        <p:spPr>
          <a:xfrm>
            <a:off x="14351000" y="1096963"/>
            <a:ext cx="6462078" cy="11522075"/>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ru-RU"/>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16" hasCustomPrompt="1"/>
          </p:nvPr>
        </p:nvSpPr>
        <p:spPr>
          <a:xfrm>
            <a:off x="3562348" y="3901047"/>
            <a:ext cx="9161463" cy="1104148"/>
          </a:xfrm>
          <a:prstGeom prst="rect">
            <a:avLst/>
          </a:prstGeom>
          <a:noFill/>
          <a:ln w="25400">
            <a:noFill/>
          </a:ln>
        </p:spPr>
        <p:txBody>
          <a:bodyPr wrap="square" lIns="0" tIns="0" rIns="0" bIns="0">
            <a:spAutoFit/>
          </a:bodyPr>
          <a:lstStyle>
            <a:lvl1pPr marL="0" indent="0">
              <a:lnSpc>
                <a:spcPts val="8600"/>
              </a:lnSpc>
              <a:spcBef>
                <a:spcPts val="0"/>
              </a:spcBef>
              <a:buNone/>
              <a:defRPr sz="72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Top quality</a:t>
            </a:r>
          </a:p>
        </p:txBody>
      </p:sp>
      <p:sp>
        <p:nvSpPr>
          <p:cNvPr id="14" name="Text Placeholder 3"/>
          <p:cNvSpPr>
            <a:spLocks noGrp="1"/>
          </p:cNvSpPr>
          <p:nvPr>
            <p:ph type="body" sz="quarter" idx="19" hasCustomPrompt="1"/>
          </p:nvPr>
        </p:nvSpPr>
        <p:spPr>
          <a:xfrm>
            <a:off x="3562348" y="5322437"/>
            <a:ext cx="9161463" cy="1231106"/>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da-DK" dirty="0"/>
              <a:t>Pellentesque eget nibh sit amet nulla ullamcorper pulvinar sit amet sit amet.</a:t>
            </a:r>
            <a:endParaRPr lang="en-US" dirty="0"/>
          </a:p>
        </p:txBody>
      </p:sp>
      <p:sp>
        <p:nvSpPr>
          <p:cNvPr id="23" name="Text Placeholder 3"/>
          <p:cNvSpPr>
            <a:spLocks noGrp="1"/>
          </p:cNvSpPr>
          <p:nvPr>
            <p:ph type="body" sz="quarter" idx="21" hasCustomPrompt="1"/>
          </p:nvPr>
        </p:nvSpPr>
        <p:spPr>
          <a:xfrm>
            <a:off x="3562348" y="7668601"/>
            <a:ext cx="9161463" cy="1102866"/>
          </a:xfrm>
          <a:prstGeom prst="rect">
            <a:avLst/>
          </a:prstGeom>
          <a:noFill/>
          <a:ln w="25400">
            <a:noFill/>
          </a:ln>
        </p:spPr>
        <p:txBody>
          <a:bodyPr wrap="square" lIns="0" tIns="0" rIns="0" bIns="0">
            <a:spAutoFit/>
          </a:bodyPr>
          <a:lstStyle>
            <a:lvl1pPr marL="0" indent="0">
              <a:lnSpc>
                <a:spcPts val="8600"/>
              </a:lnSpc>
              <a:spcBef>
                <a:spcPts val="0"/>
              </a:spcBef>
              <a:buNone/>
              <a:defRPr sz="72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Best price</a:t>
            </a:r>
          </a:p>
        </p:txBody>
      </p:sp>
      <p:sp>
        <p:nvSpPr>
          <p:cNvPr id="24" name="Text Placeholder 3"/>
          <p:cNvSpPr>
            <a:spLocks noGrp="1"/>
          </p:cNvSpPr>
          <p:nvPr>
            <p:ph type="body" sz="quarter" idx="22" hasCustomPrompt="1"/>
          </p:nvPr>
        </p:nvSpPr>
        <p:spPr>
          <a:xfrm>
            <a:off x="3562348" y="9132094"/>
            <a:ext cx="9161463" cy="1231106"/>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Nunc libero </a:t>
            </a:r>
            <a:r>
              <a:rPr lang="en-US" dirty="0" err="1"/>
              <a:t>urna</a:t>
            </a:r>
            <a:r>
              <a:rPr lang="en-US" dirty="0"/>
              <a:t>, </a:t>
            </a:r>
            <a:r>
              <a:rPr lang="en-US" dirty="0" err="1"/>
              <a:t>rutrum</a:t>
            </a:r>
            <a:r>
              <a:rPr lang="en-US" dirty="0"/>
              <a:t> vitae </a:t>
            </a:r>
            <a:r>
              <a:rPr lang="en-US" dirty="0" err="1"/>
              <a:t>massa</a:t>
            </a:r>
            <a:r>
              <a:rPr lang="en-US" dirty="0"/>
              <a:t> in, </a:t>
            </a:r>
            <a:r>
              <a:rPr lang="en-US" dirty="0" err="1"/>
              <a:t>porttitor</a:t>
            </a:r>
            <a:r>
              <a:rPr lang="en-US" dirty="0"/>
              <a:t> </a:t>
            </a:r>
            <a:r>
              <a:rPr lang="en-US" dirty="0" err="1"/>
              <a:t>suscipit</a:t>
            </a:r>
            <a:r>
              <a:rPr lang="en-US" dirty="0"/>
              <a:t> nisi. </a:t>
            </a:r>
            <a:r>
              <a:rPr lang="en-US" dirty="0" err="1"/>
              <a:t>Morbi</a:t>
            </a:r>
            <a:r>
              <a:rPr lang="en-US" dirty="0"/>
              <a:t> </a:t>
            </a:r>
            <a:r>
              <a:rPr lang="en-US" dirty="0" err="1"/>
              <a:t>consequat</a:t>
            </a:r>
            <a:r>
              <a:rPr lang="en-US" dirty="0"/>
              <a:t>.</a:t>
            </a:r>
          </a:p>
        </p:txBody>
      </p:sp>
    </p:spTree>
    <p:extLst>
      <p:ext uri="{BB962C8B-B14F-4D97-AF65-F5344CB8AC3E}">
        <p14:creationId xmlns:p14="http://schemas.microsoft.com/office/powerpoint/2010/main" val="27634083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st of image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0" name="Text Placeholder 3"/>
          <p:cNvSpPr>
            <a:spLocks noGrp="1"/>
          </p:cNvSpPr>
          <p:nvPr>
            <p:ph type="body" sz="quarter" idx="22" hasCustomPrompt="1"/>
          </p:nvPr>
        </p:nvSpPr>
        <p:spPr>
          <a:xfrm>
            <a:off x="8961437" y="9642441"/>
            <a:ext cx="6459538"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In </a:t>
            </a:r>
            <a:r>
              <a:rPr lang="en-US" dirty="0" err="1"/>
              <a:t>luctus</a:t>
            </a:r>
            <a:r>
              <a:rPr lang="en-US" dirty="0"/>
              <a:t> </a:t>
            </a:r>
            <a:r>
              <a:rPr lang="en-US" dirty="0" err="1"/>
              <a:t>ut</a:t>
            </a:r>
            <a:r>
              <a:rPr lang="en-US" dirty="0"/>
              <a:t> nisi </a:t>
            </a:r>
            <a:r>
              <a:rPr lang="en-US" dirty="0" err="1"/>
              <a:t>vel</a:t>
            </a:r>
            <a:r>
              <a:rPr lang="en-US" dirty="0"/>
              <a:t> </a:t>
            </a:r>
            <a:r>
              <a:rPr lang="en-US" dirty="0" err="1"/>
              <a:t>lacinia</a:t>
            </a:r>
            <a:r>
              <a:rPr lang="en-US" dirty="0"/>
              <a:t>. </a:t>
            </a:r>
            <a:r>
              <a:rPr lang="en-US" dirty="0" err="1"/>
              <a:t>Morbi</a:t>
            </a:r>
            <a:r>
              <a:rPr lang="en-US" dirty="0"/>
              <a:t> </a:t>
            </a:r>
            <a:r>
              <a:rPr lang="en-US" dirty="0" err="1"/>
              <a:t>nec</a:t>
            </a:r>
            <a:r>
              <a:rPr lang="en-US" dirty="0"/>
              <a:t> </a:t>
            </a:r>
            <a:r>
              <a:rPr lang="en-US" dirty="0" err="1"/>
              <a:t>urna</a:t>
            </a:r>
            <a:r>
              <a:rPr lang="en-US" dirty="0"/>
              <a:t> sit </a:t>
            </a:r>
            <a:r>
              <a:rPr lang="en-US" dirty="0" err="1"/>
              <a:t>amet</a:t>
            </a:r>
            <a:r>
              <a:rPr lang="en-US" dirty="0"/>
              <a:t> ligula </a:t>
            </a:r>
            <a:r>
              <a:rPr lang="en-US" dirty="0" err="1"/>
              <a:t>felis</a:t>
            </a:r>
            <a:r>
              <a:rPr lang="en-US" dirty="0"/>
              <a:t> </a:t>
            </a:r>
            <a:r>
              <a:rPr lang="en-US" dirty="0" err="1"/>
              <a:t>fusce</a:t>
            </a:r>
            <a:r>
              <a:rPr lang="en-US" dirty="0"/>
              <a:t> sit </a:t>
            </a:r>
            <a:r>
              <a:rPr lang="en-US" dirty="0" err="1"/>
              <a:t>tempor</a:t>
            </a:r>
            <a:r>
              <a:rPr lang="en-US" dirty="0"/>
              <a:t>.</a:t>
            </a:r>
          </a:p>
        </p:txBody>
      </p:sp>
      <p:sp>
        <p:nvSpPr>
          <p:cNvPr id="11" name="Text Placeholder 3"/>
          <p:cNvSpPr>
            <a:spLocks noGrp="1"/>
          </p:cNvSpPr>
          <p:nvPr>
            <p:ph type="body" sz="quarter" idx="30" hasCustomPrompt="1"/>
          </p:nvPr>
        </p:nvSpPr>
        <p:spPr>
          <a:xfrm>
            <a:off x="1404143" y="9037638"/>
            <a:ext cx="6459538"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Vivamus</a:t>
            </a:r>
            <a:r>
              <a:rPr lang="fr-FR" dirty="0"/>
              <a:t> </a:t>
            </a:r>
            <a:r>
              <a:rPr lang="fr-FR" dirty="0" err="1"/>
              <a:t>vulputate</a:t>
            </a:r>
            <a:r>
              <a:rPr lang="fr-FR" dirty="0"/>
              <a:t> </a:t>
            </a:r>
            <a:r>
              <a:rPr lang="fr-FR" dirty="0" err="1"/>
              <a:t>risus</a:t>
            </a:r>
            <a:r>
              <a:rPr lang="fr-FR" dirty="0"/>
              <a:t> </a:t>
            </a:r>
            <a:r>
              <a:rPr lang="fr-FR" dirty="0" err="1"/>
              <a:t>sed</a:t>
            </a:r>
            <a:r>
              <a:rPr lang="fr-FR" dirty="0"/>
              <a:t> est </a:t>
            </a:r>
            <a:r>
              <a:rPr lang="fr-FR" dirty="0" err="1"/>
              <a:t>congue</a:t>
            </a:r>
            <a:r>
              <a:rPr lang="fr-FR" dirty="0"/>
              <a:t>, </a:t>
            </a:r>
            <a:r>
              <a:rPr lang="fr-FR" dirty="0" err="1"/>
              <a:t>quis</a:t>
            </a:r>
            <a:r>
              <a:rPr lang="fr-FR" dirty="0"/>
              <a:t> </a:t>
            </a:r>
            <a:r>
              <a:rPr lang="fr-FR" dirty="0" err="1"/>
              <a:t>rutrum</a:t>
            </a:r>
            <a:r>
              <a:rPr lang="fr-FR" dirty="0"/>
              <a:t> </a:t>
            </a:r>
            <a:r>
              <a:rPr lang="fr-FR" dirty="0" err="1"/>
              <a:t>lorem</a:t>
            </a:r>
            <a:r>
              <a:rPr lang="fr-FR" dirty="0"/>
              <a:t> </a:t>
            </a:r>
            <a:r>
              <a:rPr lang="fr-FR" dirty="0" err="1"/>
              <a:t>vel</a:t>
            </a:r>
            <a:r>
              <a:rPr lang="fr-FR" dirty="0"/>
              <a:t> </a:t>
            </a:r>
            <a:r>
              <a:rPr lang="fr-FR" dirty="0" err="1"/>
              <a:t>nisi</a:t>
            </a:r>
            <a:r>
              <a:rPr lang="fr-FR" dirty="0"/>
              <a:t> nec </a:t>
            </a:r>
            <a:r>
              <a:rPr lang="fr-FR" dirty="0" err="1"/>
              <a:t>amet</a:t>
            </a:r>
            <a:r>
              <a:rPr lang="fr-FR" dirty="0"/>
              <a:t> </a:t>
            </a:r>
            <a:r>
              <a:rPr lang="fr-FR" dirty="0" err="1"/>
              <a:t>tempus</a:t>
            </a:r>
            <a:r>
              <a:rPr lang="fr-FR" dirty="0"/>
              <a:t>.</a:t>
            </a:r>
            <a:endParaRPr lang="en-US" dirty="0"/>
          </a:p>
        </p:txBody>
      </p:sp>
      <p:sp>
        <p:nvSpPr>
          <p:cNvPr id="12" name="Text Placeholder 3"/>
          <p:cNvSpPr>
            <a:spLocks noGrp="1"/>
          </p:cNvSpPr>
          <p:nvPr>
            <p:ph type="body" sz="quarter" idx="31" hasCustomPrompt="1"/>
          </p:nvPr>
        </p:nvSpPr>
        <p:spPr>
          <a:xfrm>
            <a:off x="16536988" y="9037638"/>
            <a:ext cx="6459538" cy="1846659"/>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Praesent</a:t>
            </a:r>
            <a:r>
              <a:rPr lang="en-US" dirty="0"/>
              <a:t> </a:t>
            </a:r>
            <a:r>
              <a:rPr lang="en-US" dirty="0" err="1"/>
              <a:t>vel</a:t>
            </a:r>
            <a:r>
              <a:rPr lang="en-US" dirty="0"/>
              <a:t> </a:t>
            </a:r>
            <a:r>
              <a:rPr lang="en-US" dirty="0" err="1"/>
              <a:t>felis</a:t>
            </a:r>
            <a:r>
              <a:rPr lang="en-US" dirty="0"/>
              <a:t> vitae </a:t>
            </a:r>
            <a:r>
              <a:rPr lang="en-US" dirty="0" err="1"/>
              <a:t>metus</a:t>
            </a:r>
            <a:r>
              <a:rPr lang="en-US" dirty="0"/>
              <a:t> </a:t>
            </a:r>
            <a:r>
              <a:rPr lang="en-US" dirty="0" err="1"/>
              <a:t>pur</a:t>
            </a:r>
            <a:r>
              <a:rPr lang="en-US" dirty="0"/>
              <a:t> </a:t>
            </a:r>
            <a:r>
              <a:rPr lang="en-US" dirty="0" err="1"/>
              <a:t>finibus</a:t>
            </a:r>
            <a:r>
              <a:rPr lang="en-US" dirty="0"/>
              <a:t> </a:t>
            </a:r>
            <a:r>
              <a:rPr lang="en-US" dirty="0" err="1"/>
              <a:t>faucibus</a:t>
            </a:r>
            <a:r>
              <a:rPr lang="en-US" dirty="0"/>
              <a:t>. </a:t>
            </a:r>
            <a:r>
              <a:rPr lang="en-US" dirty="0" err="1"/>
              <a:t>Fusce</a:t>
            </a:r>
            <a:r>
              <a:rPr lang="en-US" dirty="0"/>
              <a:t> ac sit </a:t>
            </a:r>
            <a:r>
              <a:rPr lang="en-US" dirty="0" err="1"/>
              <a:t>pur</a:t>
            </a:r>
            <a:r>
              <a:rPr lang="en-US" dirty="0"/>
              <a:t> </a:t>
            </a:r>
            <a:r>
              <a:rPr lang="en-US" dirty="0" err="1"/>
              <a:t>morbi</a:t>
            </a:r>
            <a:r>
              <a:rPr lang="en-US" dirty="0"/>
              <a:t> dictum.</a:t>
            </a:r>
          </a:p>
        </p:txBody>
      </p:sp>
      <p:sp>
        <p:nvSpPr>
          <p:cNvPr id="15" name="Picture Placeholder 4"/>
          <p:cNvSpPr>
            <a:spLocks noGrp="1"/>
          </p:cNvSpPr>
          <p:nvPr>
            <p:ph type="pic" sz="quarter" idx="32"/>
          </p:nvPr>
        </p:nvSpPr>
        <p:spPr>
          <a:xfrm>
            <a:off x="8950325" y="2544763"/>
            <a:ext cx="6481763" cy="5940425"/>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6" name="Picture Placeholder 4"/>
          <p:cNvSpPr>
            <a:spLocks noGrp="1"/>
          </p:cNvSpPr>
          <p:nvPr>
            <p:ph type="pic" sz="quarter" idx="33"/>
          </p:nvPr>
        </p:nvSpPr>
        <p:spPr>
          <a:xfrm>
            <a:off x="2208173" y="3084513"/>
            <a:ext cx="4875251" cy="4860925"/>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17" name="Picture Placeholder 4"/>
          <p:cNvSpPr>
            <a:spLocks noGrp="1"/>
          </p:cNvSpPr>
          <p:nvPr>
            <p:ph type="pic" sz="quarter" idx="34"/>
          </p:nvPr>
        </p:nvSpPr>
        <p:spPr>
          <a:xfrm>
            <a:off x="17298989" y="3084513"/>
            <a:ext cx="4875251" cy="4860925"/>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9" name="Text Placeholder 3"/>
          <p:cNvSpPr>
            <a:spLocks noGrp="1"/>
          </p:cNvSpPr>
          <p:nvPr>
            <p:ph type="body" sz="quarter" idx="20" hasCustomPrompt="1"/>
          </p:nvPr>
        </p:nvSpPr>
        <p:spPr>
          <a:xfrm>
            <a:off x="17808081" y="1128415"/>
            <a:ext cx="5183683"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List of images</a:t>
            </a:r>
            <a:endParaRPr lang="uk-UA" dirty="0"/>
          </a:p>
        </p:txBody>
      </p:sp>
    </p:spTree>
    <p:extLst>
      <p:ext uri="{BB962C8B-B14F-4D97-AF65-F5344CB8AC3E}">
        <p14:creationId xmlns:p14="http://schemas.microsoft.com/office/powerpoint/2010/main" val="18334251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rvice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4"/>
          <p:cNvSpPr>
            <a:spLocks noGrp="1"/>
          </p:cNvSpPr>
          <p:nvPr>
            <p:ph type="body" sz="quarter" idx="11" hasCustomPrompt="1"/>
          </p:nvPr>
        </p:nvSpPr>
        <p:spPr>
          <a:xfrm>
            <a:off x="3009900" y="3564457"/>
            <a:ext cx="18362613"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services</a:t>
            </a:r>
            <a:endParaRPr lang="uk-UA" dirty="0"/>
          </a:p>
        </p:txBody>
      </p:sp>
      <p:sp>
        <p:nvSpPr>
          <p:cNvPr id="14" name="Text Placeholder 3"/>
          <p:cNvSpPr>
            <a:spLocks noGrp="1"/>
          </p:cNvSpPr>
          <p:nvPr>
            <p:ph type="body" sz="quarter" idx="16" hasCustomPrompt="1"/>
          </p:nvPr>
        </p:nvSpPr>
        <p:spPr>
          <a:xfrm>
            <a:off x="3009901" y="10393269"/>
            <a:ext cx="4837661"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Lorem ipsum dolor sit </a:t>
            </a:r>
            <a:r>
              <a:rPr lang="en-US" dirty="0" err="1"/>
              <a:t>amet</a:t>
            </a:r>
            <a:r>
              <a:rPr lang="en-US" dirty="0"/>
              <a:t>, </a:t>
            </a:r>
            <a:r>
              <a:rPr lang="en-US" dirty="0" err="1"/>
              <a:t>consectetur</a:t>
            </a:r>
            <a:r>
              <a:rPr lang="en-US" dirty="0"/>
              <a:t>.</a:t>
            </a:r>
          </a:p>
        </p:txBody>
      </p:sp>
      <p:sp>
        <p:nvSpPr>
          <p:cNvPr id="18" name="Text Placeholder 3"/>
          <p:cNvSpPr>
            <a:spLocks noGrp="1"/>
          </p:cNvSpPr>
          <p:nvPr>
            <p:ph type="body" sz="quarter" idx="31" hasCustomPrompt="1"/>
          </p:nvPr>
        </p:nvSpPr>
        <p:spPr>
          <a:xfrm>
            <a:off x="3009901" y="9054235"/>
            <a:ext cx="4837661"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Startup </a:t>
            </a:r>
            <a:br>
              <a:rPr lang="en-US" dirty="0"/>
            </a:br>
            <a:r>
              <a:rPr lang="en-US" dirty="0"/>
              <a:t>investing</a:t>
            </a:r>
          </a:p>
        </p:txBody>
      </p:sp>
      <p:sp>
        <p:nvSpPr>
          <p:cNvPr id="19" name="Text Placeholder 3"/>
          <p:cNvSpPr>
            <a:spLocks noGrp="1"/>
          </p:cNvSpPr>
          <p:nvPr>
            <p:ph type="body" sz="quarter" idx="33" hasCustomPrompt="1"/>
          </p:nvPr>
        </p:nvSpPr>
        <p:spPr>
          <a:xfrm>
            <a:off x="9758884" y="9054235"/>
            <a:ext cx="4864644"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Business partnering</a:t>
            </a:r>
          </a:p>
        </p:txBody>
      </p:sp>
      <p:sp>
        <p:nvSpPr>
          <p:cNvPr id="20" name="Text Placeholder 3"/>
          <p:cNvSpPr>
            <a:spLocks noGrp="1"/>
          </p:cNvSpPr>
          <p:nvPr>
            <p:ph type="body" sz="quarter" idx="35" hasCustomPrompt="1"/>
          </p:nvPr>
        </p:nvSpPr>
        <p:spPr>
          <a:xfrm>
            <a:off x="16534850" y="9054235"/>
            <a:ext cx="483766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Customer development</a:t>
            </a:r>
          </a:p>
        </p:txBody>
      </p:sp>
      <p:sp>
        <p:nvSpPr>
          <p:cNvPr id="21" name="Text Placeholder 3"/>
          <p:cNvSpPr>
            <a:spLocks noGrp="1"/>
          </p:cNvSpPr>
          <p:nvPr>
            <p:ph type="body" sz="quarter" idx="36" hasCustomPrompt="1"/>
          </p:nvPr>
        </p:nvSpPr>
        <p:spPr>
          <a:xfrm>
            <a:off x="9745394" y="10393269"/>
            <a:ext cx="4891625"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Pellentesque</a:t>
            </a:r>
            <a:r>
              <a:rPr lang="en-US" dirty="0"/>
              <a:t> </a:t>
            </a:r>
            <a:r>
              <a:rPr lang="en-US" dirty="0" err="1"/>
              <a:t>feugiat</a:t>
            </a:r>
            <a:r>
              <a:rPr lang="en-US" dirty="0"/>
              <a:t>, </a:t>
            </a:r>
            <a:r>
              <a:rPr lang="en-US" dirty="0" err="1"/>
              <a:t>metus</a:t>
            </a:r>
            <a:r>
              <a:rPr lang="en-US" dirty="0"/>
              <a:t> </a:t>
            </a:r>
            <a:r>
              <a:rPr lang="en-US" dirty="0" err="1"/>
              <a:t>purus</a:t>
            </a:r>
            <a:r>
              <a:rPr lang="en-US" dirty="0"/>
              <a:t>.</a:t>
            </a:r>
          </a:p>
        </p:txBody>
      </p:sp>
      <p:sp>
        <p:nvSpPr>
          <p:cNvPr id="22" name="Text Placeholder 3"/>
          <p:cNvSpPr>
            <a:spLocks noGrp="1"/>
          </p:cNvSpPr>
          <p:nvPr>
            <p:ph type="body" sz="quarter" idx="37" hasCustomPrompt="1"/>
          </p:nvPr>
        </p:nvSpPr>
        <p:spPr>
          <a:xfrm>
            <a:off x="16561831" y="10393269"/>
            <a:ext cx="4810682"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pt-BR" dirty="0"/>
              <a:t>Maecenas eu ornare nisl donec set.</a:t>
            </a:r>
            <a:endParaRPr lang="en-US" dirty="0"/>
          </a:p>
        </p:txBody>
      </p:sp>
    </p:spTree>
    <p:extLst>
      <p:ext uri="{BB962C8B-B14F-4D97-AF65-F5344CB8AC3E}">
        <p14:creationId xmlns:p14="http://schemas.microsoft.com/office/powerpoint/2010/main" val="19425674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1" name="Text Placeholder 3"/>
          <p:cNvSpPr>
            <a:spLocks noGrp="1"/>
          </p:cNvSpPr>
          <p:nvPr>
            <p:ph type="body" sz="quarter" idx="28" hasCustomPrompt="1"/>
          </p:nvPr>
        </p:nvSpPr>
        <p:spPr>
          <a:xfrm>
            <a:off x="16138069" y="3599239"/>
            <a:ext cx="5760000" cy="7012822"/>
          </a:xfrm>
          <a:prstGeom prst="rect">
            <a:avLst/>
          </a:prstGeom>
          <a:noFill/>
          <a:ln w="12700">
            <a:solidFill>
              <a:schemeClr val="tx1"/>
            </a:solidFill>
          </a:ln>
        </p:spPr>
        <p:txBody>
          <a:bodyPr wrap="square" lIns="360000" tIns="2520000" rIns="360000" bIns="2520000" anchor="ctr" anchorCtr="0">
            <a:no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Vestibulum</a:t>
            </a:r>
            <a:r>
              <a:rPr lang="en-US" dirty="0"/>
              <a:t> vitae </a:t>
            </a:r>
            <a:r>
              <a:rPr lang="en-US" dirty="0" err="1"/>
              <a:t>nisl</a:t>
            </a:r>
            <a:r>
              <a:rPr lang="en-US" dirty="0"/>
              <a:t> libero. </a:t>
            </a:r>
            <a:r>
              <a:rPr lang="en-US" dirty="0" err="1"/>
              <a:t>Vivamus</a:t>
            </a:r>
            <a:r>
              <a:rPr lang="en-US" dirty="0"/>
              <a:t> </a:t>
            </a:r>
            <a:r>
              <a:rPr lang="en-US" dirty="0" err="1"/>
              <a:t>eu</a:t>
            </a:r>
            <a:r>
              <a:rPr lang="en-US" dirty="0"/>
              <a:t> </a:t>
            </a:r>
            <a:r>
              <a:rPr lang="en-US" dirty="0" err="1"/>
              <a:t>tellus</a:t>
            </a:r>
            <a:r>
              <a:rPr lang="en-US" dirty="0"/>
              <a:t> </a:t>
            </a:r>
            <a:r>
              <a:rPr lang="en-US" dirty="0" err="1"/>
              <a:t>mattis</a:t>
            </a:r>
            <a:r>
              <a:rPr lang="en-US" dirty="0"/>
              <a:t>.</a:t>
            </a:r>
          </a:p>
        </p:txBody>
      </p:sp>
      <p:sp>
        <p:nvSpPr>
          <p:cNvPr id="12" name="Text Placeholder 3"/>
          <p:cNvSpPr>
            <a:spLocks noGrp="1"/>
          </p:cNvSpPr>
          <p:nvPr>
            <p:ph type="body" sz="quarter" idx="29" hasCustomPrompt="1"/>
          </p:nvPr>
        </p:nvSpPr>
        <p:spPr>
          <a:xfrm>
            <a:off x="9311206" y="2799139"/>
            <a:ext cx="5760000" cy="8575939"/>
          </a:xfrm>
          <a:prstGeom prst="rect">
            <a:avLst/>
          </a:prstGeom>
          <a:solidFill>
            <a:schemeClr val="accent1"/>
          </a:solidFill>
          <a:ln w="25400">
            <a:noFill/>
          </a:ln>
        </p:spPr>
        <p:txBody>
          <a:bodyPr wrap="square" lIns="360000" tIns="3240000" rIns="360000" bIns="3240000" anchor="ctr" anchorCtr="0">
            <a:noAutofit/>
          </a:bodyPr>
          <a:lstStyle>
            <a:lvl1pPr marL="0" indent="0" algn="ctr">
              <a:lnSpc>
                <a:spcPts val="4800"/>
              </a:lnSpc>
              <a:spcBef>
                <a:spcPts val="0"/>
              </a:spcBef>
              <a:buNone/>
              <a:defRPr sz="3600" cap="none" spc="0" baseline="0">
                <a:solidFill>
                  <a:schemeClr val="bg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Fusce</a:t>
            </a:r>
            <a:r>
              <a:rPr lang="en-US" dirty="0"/>
              <a:t> </a:t>
            </a:r>
            <a:r>
              <a:rPr lang="en-US" dirty="0" err="1"/>
              <a:t>accumsan</a:t>
            </a:r>
            <a:r>
              <a:rPr lang="en-US" dirty="0"/>
              <a:t> </a:t>
            </a:r>
            <a:r>
              <a:rPr lang="en-US" dirty="0" err="1"/>
              <a:t>eros</a:t>
            </a:r>
            <a:r>
              <a:rPr lang="en-US" dirty="0"/>
              <a:t> </a:t>
            </a:r>
            <a:r>
              <a:rPr lang="en-US" dirty="0" err="1"/>
              <a:t>eu</a:t>
            </a:r>
            <a:r>
              <a:rPr lang="en-US" dirty="0"/>
              <a:t> </a:t>
            </a:r>
            <a:r>
              <a:rPr lang="en-US" dirty="0" err="1"/>
              <a:t>nibh</a:t>
            </a:r>
            <a:r>
              <a:rPr lang="en-US" dirty="0"/>
              <a:t> convallis </a:t>
            </a:r>
            <a:r>
              <a:rPr lang="en-US" dirty="0" err="1"/>
              <a:t>tellus</a:t>
            </a:r>
            <a:r>
              <a:rPr lang="en-US" dirty="0"/>
              <a:t> dis </a:t>
            </a:r>
            <a:r>
              <a:rPr lang="en-US" dirty="0" err="1"/>
              <a:t>magnis</a:t>
            </a:r>
            <a:r>
              <a:rPr lang="en-US" dirty="0"/>
              <a:t> </a:t>
            </a:r>
            <a:r>
              <a:rPr lang="en-US" dirty="0" err="1"/>
              <a:t>sodales</a:t>
            </a:r>
            <a:r>
              <a:rPr lang="en-US" dirty="0"/>
              <a:t>.</a:t>
            </a:r>
          </a:p>
        </p:txBody>
      </p:sp>
      <p:sp>
        <p:nvSpPr>
          <p:cNvPr id="15" name="Text Placeholder 3"/>
          <p:cNvSpPr>
            <a:spLocks noGrp="1"/>
          </p:cNvSpPr>
          <p:nvPr>
            <p:ph type="body" sz="quarter" idx="16" hasCustomPrompt="1"/>
          </p:nvPr>
        </p:nvSpPr>
        <p:spPr>
          <a:xfrm>
            <a:off x="9314689" y="4561025"/>
            <a:ext cx="5753034"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600" cap="all" spc="0" baseline="0">
                <a:solidFill>
                  <a:schemeClr val="bg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Premium</a:t>
            </a:r>
          </a:p>
        </p:txBody>
      </p:sp>
      <p:sp>
        <p:nvSpPr>
          <p:cNvPr id="17" name="Text Placeholder 3"/>
          <p:cNvSpPr>
            <a:spLocks noGrp="1"/>
          </p:cNvSpPr>
          <p:nvPr>
            <p:ph type="body" sz="quarter" idx="23" hasCustomPrompt="1"/>
          </p:nvPr>
        </p:nvSpPr>
        <p:spPr>
          <a:xfrm>
            <a:off x="16134585" y="4561025"/>
            <a:ext cx="5763483"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Pro</a:t>
            </a:r>
          </a:p>
        </p:txBody>
      </p:sp>
      <p:sp>
        <p:nvSpPr>
          <p:cNvPr id="23" name="Text Placeholder 3"/>
          <p:cNvSpPr>
            <a:spLocks noGrp="1"/>
          </p:cNvSpPr>
          <p:nvPr>
            <p:ph type="body" sz="quarter" idx="24" hasCustomPrompt="1"/>
          </p:nvPr>
        </p:nvSpPr>
        <p:spPr>
          <a:xfrm>
            <a:off x="9354447" y="8546771"/>
            <a:ext cx="5673518"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000" cap="all" spc="600" baseline="0">
                <a:solidFill>
                  <a:schemeClr val="bg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$250</a:t>
            </a:r>
          </a:p>
        </p:txBody>
      </p:sp>
      <p:sp>
        <p:nvSpPr>
          <p:cNvPr id="25" name="Text Placeholder 3"/>
          <p:cNvSpPr>
            <a:spLocks noGrp="1"/>
          </p:cNvSpPr>
          <p:nvPr>
            <p:ph type="body" sz="quarter" idx="30" hasCustomPrompt="1"/>
          </p:nvPr>
        </p:nvSpPr>
        <p:spPr>
          <a:xfrm>
            <a:off x="16134584" y="8489621"/>
            <a:ext cx="5763483"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$100</a:t>
            </a:r>
          </a:p>
        </p:txBody>
      </p:sp>
      <p:sp>
        <p:nvSpPr>
          <p:cNvPr id="26" name="Text Placeholder 3"/>
          <p:cNvSpPr>
            <a:spLocks noGrp="1"/>
          </p:cNvSpPr>
          <p:nvPr>
            <p:ph type="body" sz="quarter" idx="20" hasCustomPrompt="1"/>
          </p:nvPr>
        </p:nvSpPr>
        <p:spPr>
          <a:xfrm>
            <a:off x="18460503" y="1128415"/>
            <a:ext cx="4531261"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Our pricing</a:t>
            </a:r>
            <a:endParaRPr lang="uk-UA" dirty="0"/>
          </a:p>
        </p:txBody>
      </p:sp>
      <p:sp>
        <p:nvSpPr>
          <p:cNvPr id="27" name="Text Placeholder 3"/>
          <p:cNvSpPr>
            <a:spLocks noGrp="1"/>
          </p:cNvSpPr>
          <p:nvPr>
            <p:ph type="body" sz="quarter" idx="11" hasCustomPrompt="1"/>
          </p:nvPr>
        </p:nvSpPr>
        <p:spPr>
          <a:xfrm>
            <a:off x="2503393" y="3599239"/>
            <a:ext cx="5760000" cy="6962873"/>
          </a:xfrm>
          <a:prstGeom prst="rect">
            <a:avLst/>
          </a:prstGeom>
          <a:noFill/>
          <a:ln w="12700">
            <a:solidFill>
              <a:schemeClr val="tx1"/>
            </a:solidFill>
          </a:ln>
        </p:spPr>
        <p:txBody>
          <a:bodyPr wrap="square" lIns="360000" tIns="2520000" rIns="360000" bIns="2520000" anchor="ctr" anchorCtr="0">
            <a:no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Orci</a:t>
            </a:r>
            <a:r>
              <a:rPr lang="fr-FR" dirty="0"/>
              <a:t> </a:t>
            </a:r>
            <a:r>
              <a:rPr lang="fr-FR" dirty="0" err="1"/>
              <a:t>varius</a:t>
            </a:r>
            <a:r>
              <a:rPr lang="fr-FR" dirty="0"/>
              <a:t> </a:t>
            </a:r>
            <a:r>
              <a:rPr lang="fr-FR" dirty="0" err="1"/>
              <a:t>natoque</a:t>
            </a:r>
            <a:r>
              <a:rPr lang="fr-FR" dirty="0"/>
              <a:t> </a:t>
            </a:r>
            <a:r>
              <a:rPr lang="fr-FR" dirty="0" err="1"/>
              <a:t>penatibus</a:t>
            </a:r>
            <a:r>
              <a:rPr lang="fr-FR" dirty="0"/>
              <a:t> et </a:t>
            </a:r>
            <a:r>
              <a:rPr lang="fr-FR" dirty="0" err="1"/>
              <a:t>magnis</a:t>
            </a:r>
            <a:r>
              <a:rPr lang="fr-FR" dirty="0"/>
              <a:t> dis </a:t>
            </a:r>
            <a:r>
              <a:rPr lang="fr-FR" dirty="0" err="1"/>
              <a:t>parturient</a:t>
            </a:r>
            <a:r>
              <a:rPr lang="fr-FR" dirty="0"/>
              <a:t> montes.</a:t>
            </a:r>
            <a:endParaRPr lang="en-US" dirty="0"/>
          </a:p>
        </p:txBody>
      </p:sp>
      <p:sp>
        <p:nvSpPr>
          <p:cNvPr id="24" name="Text Placeholder 3"/>
          <p:cNvSpPr>
            <a:spLocks noGrp="1"/>
          </p:cNvSpPr>
          <p:nvPr>
            <p:ph type="body" sz="quarter" idx="25" hasCustomPrompt="1"/>
          </p:nvPr>
        </p:nvSpPr>
        <p:spPr>
          <a:xfrm>
            <a:off x="2552921" y="8489621"/>
            <a:ext cx="5710471"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$50</a:t>
            </a:r>
          </a:p>
        </p:txBody>
      </p:sp>
      <p:sp>
        <p:nvSpPr>
          <p:cNvPr id="16" name="Text Placeholder 3"/>
          <p:cNvSpPr>
            <a:spLocks noGrp="1"/>
          </p:cNvSpPr>
          <p:nvPr>
            <p:ph type="body" sz="quarter" idx="22" hasCustomPrompt="1"/>
          </p:nvPr>
        </p:nvSpPr>
        <p:spPr>
          <a:xfrm>
            <a:off x="2533046" y="4561025"/>
            <a:ext cx="5700696" cy="1016753"/>
          </a:xfrm>
          <a:prstGeom prst="rect">
            <a:avLst/>
          </a:prstGeom>
          <a:noFill/>
          <a:ln w="25400">
            <a:noFill/>
          </a:ln>
        </p:spPr>
        <p:txBody>
          <a:bodyPr wrap="square" tIns="46800">
            <a:spAutoFit/>
          </a:bodyPr>
          <a:lstStyle>
            <a:lvl1pPr marL="0" indent="0" algn="ctr">
              <a:lnSpc>
                <a:spcPts val="7200"/>
              </a:lnSpc>
              <a:spcBef>
                <a:spcPts val="0"/>
              </a:spcBef>
              <a:buNone/>
              <a:tabLst>
                <a:tab pos="4208463" algn="l"/>
              </a:tabLst>
              <a:defRPr sz="66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Basic</a:t>
            </a:r>
          </a:p>
        </p:txBody>
      </p:sp>
    </p:spTree>
    <p:extLst>
      <p:ext uri="{BB962C8B-B14F-4D97-AF65-F5344CB8AC3E}">
        <p14:creationId xmlns:p14="http://schemas.microsoft.com/office/powerpoint/2010/main" val="22343890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ertical tabl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4" name="Table Placeholder 3"/>
          <p:cNvSpPr>
            <a:spLocks noGrp="1"/>
          </p:cNvSpPr>
          <p:nvPr>
            <p:ph type="tbl" sz="quarter" idx="16"/>
          </p:nvPr>
        </p:nvSpPr>
        <p:spPr>
          <a:xfrm>
            <a:off x="3009901" y="3078163"/>
            <a:ext cx="18362612" cy="8640762"/>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20144850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orizontal tabl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4" name="Table Placeholder 3"/>
          <p:cNvSpPr>
            <a:spLocks noGrp="1"/>
          </p:cNvSpPr>
          <p:nvPr>
            <p:ph type="tbl" sz="quarter" idx="16"/>
          </p:nvPr>
        </p:nvSpPr>
        <p:spPr>
          <a:xfrm>
            <a:off x="3009901" y="3078163"/>
            <a:ext cx="18362612" cy="8640762"/>
          </a:xfrm>
          <a:prstGeom prst="rect">
            <a:avLst/>
          </a:prstGeom>
        </p:spPr>
        <p:txBody>
          <a:bodyPr anchor="ctr"/>
          <a:lstStyle>
            <a:lvl1pPr marL="0" indent="0" algn="ctr">
              <a:buFontTx/>
              <a:buNone/>
              <a:defRPr sz="2800">
                <a:solidFill>
                  <a:schemeClr val="tx1"/>
                </a:solidFill>
              </a:defRPr>
            </a:lvl1pPr>
          </a:lstStyle>
          <a:p>
            <a:endParaRPr lang="uk-UA" dirty="0"/>
          </a:p>
        </p:txBody>
      </p:sp>
    </p:spTree>
    <p:extLst>
      <p:ext uri="{BB962C8B-B14F-4D97-AF65-F5344CB8AC3E}">
        <p14:creationId xmlns:p14="http://schemas.microsoft.com/office/powerpoint/2010/main" val="12158087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5" name="Text Placeholder 4"/>
          <p:cNvSpPr>
            <a:spLocks noGrp="1"/>
          </p:cNvSpPr>
          <p:nvPr>
            <p:ph type="body" sz="quarter" idx="11" hasCustomPrompt="1"/>
          </p:nvPr>
        </p:nvSpPr>
        <p:spPr>
          <a:xfrm>
            <a:off x="1408112" y="4092209"/>
            <a:ext cx="8083551"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Timeline</a:t>
            </a:r>
            <a:endParaRPr lang="uk-UA" dirty="0"/>
          </a:p>
        </p:txBody>
      </p:sp>
      <p:sp>
        <p:nvSpPr>
          <p:cNvPr id="6" name="Text Placeholder 3"/>
          <p:cNvSpPr>
            <a:spLocks noGrp="1"/>
          </p:cNvSpPr>
          <p:nvPr>
            <p:ph type="body" sz="quarter" idx="13" hasCustomPrompt="1"/>
          </p:nvPr>
        </p:nvSpPr>
        <p:spPr>
          <a:xfrm>
            <a:off x="1408113" y="6393597"/>
            <a:ext cx="8072088" cy="3062377"/>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lang="en-US" sz="3600" b="0" i="0" smtClean="0">
                <a:effectLs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Cras</a:t>
            </a:r>
            <a:r>
              <a:rPr lang="en-US" dirty="0"/>
              <a:t> a </a:t>
            </a:r>
            <a:r>
              <a:rPr lang="en-US" dirty="0" err="1"/>
              <a:t>malesuada</a:t>
            </a:r>
            <a:r>
              <a:rPr lang="en-US" dirty="0"/>
              <a:t> </a:t>
            </a:r>
            <a:r>
              <a:rPr lang="en-US" dirty="0" err="1"/>
              <a:t>enim</a:t>
            </a:r>
            <a:r>
              <a:rPr lang="en-US" dirty="0"/>
              <a:t>. </a:t>
            </a:r>
            <a:r>
              <a:rPr lang="en-US" dirty="0" err="1"/>
              <a:t>Curabitur</a:t>
            </a:r>
            <a:r>
              <a:rPr lang="en-US" dirty="0"/>
              <a:t> non </a:t>
            </a:r>
            <a:r>
              <a:rPr lang="en-US" dirty="0" err="1"/>
              <a:t>elit</a:t>
            </a:r>
            <a:r>
              <a:rPr lang="en-US" dirty="0"/>
              <a:t> </a:t>
            </a:r>
            <a:r>
              <a:rPr lang="en-US" dirty="0" err="1"/>
              <a:t>ut</a:t>
            </a:r>
            <a:r>
              <a:rPr lang="en-US" dirty="0"/>
              <a:t> </a:t>
            </a:r>
            <a:r>
              <a:rPr lang="en-US" dirty="0" err="1"/>
              <a:t>urna</a:t>
            </a:r>
            <a:r>
              <a:rPr lang="en-US" dirty="0"/>
              <a:t> </a:t>
            </a:r>
            <a:r>
              <a:rPr lang="en-US" dirty="0" err="1"/>
              <a:t>rutrum</a:t>
            </a:r>
            <a:r>
              <a:rPr lang="en-US" dirty="0"/>
              <a:t> </a:t>
            </a:r>
            <a:r>
              <a:rPr lang="en-US" dirty="0" err="1"/>
              <a:t>pulvinar</a:t>
            </a:r>
            <a:r>
              <a:rPr lang="en-US" dirty="0"/>
              <a:t> at </a:t>
            </a:r>
            <a:r>
              <a:rPr lang="en-US" dirty="0" err="1"/>
              <a:t>at</a:t>
            </a:r>
            <a:r>
              <a:rPr lang="en-US" dirty="0"/>
              <a:t> ligula. In tempus </a:t>
            </a:r>
            <a:r>
              <a:rPr lang="en-US" dirty="0" err="1"/>
              <a:t>volutpat</a:t>
            </a:r>
            <a:r>
              <a:rPr lang="en-US" dirty="0"/>
              <a:t> lorem, at tempus mi </a:t>
            </a:r>
            <a:r>
              <a:rPr lang="en-US" dirty="0" err="1"/>
              <a:t>rhoncus</a:t>
            </a:r>
            <a:r>
              <a:rPr lang="en-US" dirty="0"/>
              <a:t> ac. </a:t>
            </a:r>
            <a:r>
              <a:rPr lang="en-US" dirty="0" err="1"/>
              <a:t>Donec</a:t>
            </a:r>
            <a:r>
              <a:rPr lang="en-US" dirty="0"/>
              <a:t> </a:t>
            </a:r>
            <a:r>
              <a:rPr lang="en-US" dirty="0" err="1"/>
              <a:t>eros</a:t>
            </a:r>
            <a:r>
              <a:rPr lang="en-US" dirty="0"/>
              <a:t> </a:t>
            </a:r>
            <a:r>
              <a:rPr lang="en-US" dirty="0" err="1"/>
              <a:t>turpis</a:t>
            </a:r>
            <a:r>
              <a:rPr lang="en-US" dirty="0"/>
              <a:t>, </a:t>
            </a:r>
            <a:r>
              <a:rPr lang="en-US" dirty="0" err="1"/>
              <a:t>tempor</a:t>
            </a:r>
            <a:r>
              <a:rPr lang="en-US" dirty="0"/>
              <a:t> </a:t>
            </a:r>
            <a:r>
              <a:rPr lang="en-US" dirty="0" err="1"/>
              <a:t>ut</a:t>
            </a:r>
            <a:r>
              <a:rPr lang="en-US" dirty="0"/>
              <a:t> </a:t>
            </a:r>
            <a:r>
              <a:rPr lang="en-US" dirty="0" err="1"/>
              <a:t>sem</a:t>
            </a:r>
            <a:r>
              <a:rPr lang="en-US" dirty="0"/>
              <a:t> </a:t>
            </a:r>
            <a:r>
              <a:rPr lang="en-US" dirty="0" err="1"/>
              <a:t>vel</a:t>
            </a:r>
            <a:r>
              <a:rPr lang="en-US" dirty="0"/>
              <a:t>, </a:t>
            </a:r>
            <a:r>
              <a:rPr lang="en-US" dirty="0" err="1"/>
              <a:t>accumsan</a:t>
            </a:r>
            <a:r>
              <a:rPr lang="en-US" dirty="0"/>
              <a:t> </a:t>
            </a:r>
            <a:r>
              <a:rPr lang="en-US" dirty="0" err="1"/>
              <a:t>euismod</a:t>
            </a:r>
            <a:r>
              <a:rPr lang="en-US" dirty="0"/>
              <a:t> ligula. </a:t>
            </a:r>
          </a:p>
        </p:txBody>
      </p:sp>
      <p:sp>
        <p:nvSpPr>
          <p:cNvPr id="8" name="Text Placeholder 3"/>
          <p:cNvSpPr>
            <a:spLocks noGrp="1"/>
          </p:cNvSpPr>
          <p:nvPr>
            <p:ph type="body" sz="quarter" idx="28" hasCustomPrompt="1"/>
          </p:nvPr>
        </p:nvSpPr>
        <p:spPr>
          <a:xfrm>
            <a:off x="14893655" y="2315656"/>
            <a:ext cx="7010939" cy="1846659"/>
          </a:xfrm>
          <a:prstGeom prst="rect">
            <a:avLst/>
          </a:prstGeom>
          <a:noFill/>
          <a:ln w="25400">
            <a:noFill/>
          </a:ln>
        </p:spPr>
        <p:txBody>
          <a:bodyPr wrap="square" lIns="0" tIns="0" rIns="0" bIns="0">
            <a:spAutoFit/>
          </a:bodyPr>
          <a:lstStyle>
            <a:lvl1pPr marL="0" indent="0">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Proin</a:t>
            </a:r>
            <a:r>
              <a:rPr lang="en-US" dirty="0"/>
              <a:t> </a:t>
            </a:r>
            <a:r>
              <a:rPr lang="en-US" dirty="0" err="1"/>
              <a:t>aliquet</a:t>
            </a:r>
            <a:r>
              <a:rPr lang="en-US" dirty="0"/>
              <a:t> </a:t>
            </a:r>
            <a:r>
              <a:rPr lang="en-US" dirty="0" err="1"/>
              <a:t>eget</a:t>
            </a:r>
            <a:r>
              <a:rPr lang="uk-UA" dirty="0"/>
              <a:t> </a:t>
            </a:r>
            <a:r>
              <a:rPr lang="en-US" dirty="0" err="1"/>
              <a:t>congue</a:t>
            </a:r>
            <a:r>
              <a:rPr lang="en-US" dirty="0"/>
              <a:t> </a:t>
            </a:r>
            <a:r>
              <a:rPr lang="en-US" dirty="0" err="1"/>
              <a:t>dignissim</a:t>
            </a:r>
            <a:r>
              <a:rPr lang="en-US" dirty="0"/>
              <a:t>. </a:t>
            </a:r>
          </a:p>
        </p:txBody>
      </p:sp>
      <p:sp>
        <p:nvSpPr>
          <p:cNvPr id="9" name="Text Placeholder 3"/>
          <p:cNvSpPr>
            <a:spLocks noGrp="1"/>
          </p:cNvSpPr>
          <p:nvPr>
            <p:ph type="body" sz="quarter" idx="29" hasCustomPrompt="1"/>
          </p:nvPr>
        </p:nvSpPr>
        <p:spPr>
          <a:xfrm>
            <a:off x="11815970" y="2017458"/>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12</a:t>
            </a:r>
            <a:endParaRPr lang="en-US" dirty="0"/>
          </a:p>
        </p:txBody>
      </p:sp>
      <p:sp>
        <p:nvSpPr>
          <p:cNvPr id="10" name="Text Placeholder 3"/>
          <p:cNvSpPr>
            <a:spLocks noGrp="1"/>
          </p:cNvSpPr>
          <p:nvPr>
            <p:ph type="body" sz="quarter" idx="30" hasCustomPrompt="1"/>
          </p:nvPr>
        </p:nvSpPr>
        <p:spPr>
          <a:xfrm>
            <a:off x="11815970" y="3426651"/>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1" name="Text Placeholder 3"/>
          <p:cNvSpPr>
            <a:spLocks noGrp="1"/>
          </p:cNvSpPr>
          <p:nvPr>
            <p:ph type="body" sz="quarter" idx="31" hasCustomPrompt="1"/>
          </p:nvPr>
        </p:nvSpPr>
        <p:spPr>
          <a:xfrm>
            <a:off x="11815970" y="5529180"/>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3</a:t>
            </a:r>
          </a:p>
        </p:txBody>
      </p:sp>
      <p:sp>
        <p:nvSpPr>
          <p:cNvPr id="12" name="Text Placeholder 3"/>
          <p:cNvSpPr>
            <a:spLocks noGrp="1"/>
          </p:cNvSpPr>
          <p:nvPr>
            <p:ph type="body" sz="quarter" idx="32" hasCustomPrompt="1"/>
          </p:nvPr>
        </p:nvSpPr>
        <p:spPr>
          <a:xfrm>
            <a:off x="11815970" y="6938373"/>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3" name="Text Placeholder 3"/>
          <p:cNvSpPr>
            <a:spLocks noGrp="1"/>
          </p:cNvSpPr>
          <p:nvPr>
            <p:ph type="body" sz="quarter" idx="33" hasCustomPrompt="1"/>
          </p:nvPr>
        </p:nvSpPr>
        <p:spPr>
          <a:xfrm>
            <a:off x="11815970" y="9040902"/>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4</a:t>
            </a:r>
          </a:p>
        </p:txBody>
      </p:sp>
      <p:sp>
        <p:nvSpPr>
          <p:cNvPr id="15" name="Text Placeholder 3"/>
          <p:cNvSpPr>
            <a:spLocks noGrp="1"/>
          </p:cNvSpPr>
          <p:nvPr>
            <p:ph type="body" sz="quarter" idx="34" hasCustomPrompt="1"/>
          </p:nvPr>
        </p:nvSpPr>
        <p:spPr>
          <a:xfrm>
            <a:off x="11815970" y="10450095"/>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6" name="Text Placeholder 3"/>
          <p:cNvSpPr>
            <a:spLocks noGrp="1"/>
          </p:cNvSpPr>
          <p:nvPr>
            <p:ph type="body" sz="quarter" idx="35" hasCustomPrompt="1"/>
          </p:nvPr>
        </p:nvSpPr>
        <p:spPr>
          <a:xfrm>
            <a:off x="14893655" y="5827378"/>
            <a:ext cx="7010939" cy="1846659"/>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Aenean</a:t>
            </a:r>
            <a:r>
              <a:rPr lang="en-US" dirty="0"/>
              <a:t> nisi </a:t>
            </a:r>
            <a:r>
              <a:rPr lang="en-US" dirty="0" err="1"/>
              <a:t>nunc</a:t>
            </a:r>
            <a:r>
              <a:rPr lang="en-US" dirty="0"/>
              <a:t>, </a:t>
            </a:r>
            <a:r>
              <a:rPr lang="en-US" dirty="0" err="1"/>
              <a:t>mattis</a:t>
            </a:r>
            <a:r>
              <a:rPr lang="en-US" dirty="0"/>
              <a:t> sit </a:t>
            </a:r>
            <a:r>
              <a:rPr lang="en-US" dirty="0" err="1"/>
              <a:t>amet</a:t>
            </a:r>
            <a:r>
              <a:rPr lang="en-US" dirty="0"/>
              <a:t> </a:t>
            </a:r>
            <a:r>
              <a:rPr lang="en-US" dirty="0" err="1"/>
              <a:t>arcu</a:t>
            </a:r>
            <a:r>
              <a:rPr lang="en-US" dirty="0"/>
              <a:t> sit </a:t>
            </a:r>
            <a:r>
              <a:rPr lang="en-US" dirty="0" err="1"/>
              <a:t>amet</a:t>
            </a:r>
            <a:r>
              <a:rPr lang="en-US" dirty="0"/>
              <a:t>, </a:t>
            </a:r>
            <a:r>
              <a:rPr lang="en-US" dirty="0" err="1"/>
              <a:t>orci</a:t>
            </a:r>
            <a:r>
              <a:rPr lang="en-US" dirty="0"/>
              <a:t> </a:t>
            </a:r>
            <a:r>
              <a:rPr lang="en-US" dirty="0" err="1"/>
              <a:t>consectetur</a:t>
            </a:r>
            <a:r>
              <a:rPr lang="en-US" dirty="0"/>
              <a:t> </a:t>
            </a:r>
            <a:r>
              <a:rPr lang="en-US" dirty="0" err="1"/>
              <a:t>ultricies</a:t>
            </a:r>
            <a:r>
              <a:rPr lang="uk-UA" dirty="0"/>
              <a:t> </a:t>
            </a:r>
            <a:r>
              <a:rPr lang="en-US" dirty="0"/>
              <a:t>set </a:t>
            </a:r>
            <a:r>
              <a:rPr lang="en-US" dirty="0" err="1"/>
              <a:t>elementum</a:t>
            </a:r>
            <a:r>
              <a:rPr lang="en-US" dirty="0"/>
              <a:t>.</a:t>
            </a:r>
          </a:p>
        </p:txBody>
      </p:sp>
      <p:sp>
        <p:nvSpPr>
          <p:cNvPr id="17" name="Text Placeholder 3"/>
          <p:cNvSpPr>
            <a:spLocks noGrp="1"/>
          </p:cNvSpPr>
          <p:nvPr>
            <p:ph type="body" sz="quarter" idx="36" hasCustomPrompt="1"/>
          </p:nvPr>
        </p:nvSpPr>
        <p:spPr>
          <a:xfrm>
            <a:off x="14893655" y="9339100"/>
            <a:ext cx="7010939" cy="1846659"/>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Praesent</a:t>
            </a:r>
            <a:r>
              <a:rPr lang="en-US" dirty="0"/>
              <a:t> cursus </a:t>
            </a:r>
            <a:r>
              <a:rPr lang="en-US" dirty="0" err="1"/>
              <a:t>tincidunt</a:t>
            </a:r>
            <a:r>
              <a:rPr lang="en-US" dirty="0"/>
              <a:t> </a:t>
            </a:r>
            <a:r>
              <a:rPr lang="en-US" dirty="0" err="1"/>
              <a:t>nisl</a:t>
            </a:r>
            <a:r>
              <a:rPr lang="en-US" dirty="0"/>
              <a:t> ac </a:t>
            </a:r>
            <a:r>
              <a:rPr lang="en-US" dirty="0" err="1"/>
              <a:t>placerat</a:t>
            </a:r>
            <a:r>
              <a:rPr lang="en-US" dirty="0"/>
              <a:t>. </a:t>
            </a:r>
            <a:r>
              <a:rPr lang="en-US" dirty="0" err="1"/>
              <a:t>Quisque</a:t>
            </a:r>
            <a:r>
              <a:rPr lang="en-US" dirty="0"/>
              <a:t> </a:t>
            </a:r>
            <a:r>
              <a:rPr lang="en-US" dirty="0" err="1"/>
              <a:t>nec</a:t>
            </a:r>
            <a:r>
              <a:rPr lang="en-US" dirty="0"/>
              <a:t> </a:t>
            </a:r>
            <a:r>
              <a:rPr lang="en-US" dirty="0" err="1"/>
              <a:t>neque</a:t>
            </a:r>
            <a:r>
              <a:rPr lang="en-US" dirty="0"/>
              <a:t> porta, </a:t>
            </a:r>
            <a:r>
              <a:rPr lang="en-US" dirty="0" err="1"/>
              <a:t>commodo</a:t>
            </a:r>
            <a:r>
              <a:rPr lang="uk-UA" dirty="0"/>
              <a:t> </a:t>
            </a:r>
            <a:r>
              <a:rPr lang="en-US" dirty="0" err="1"/>
              <a:t>neque</a:t>
            </a:r>
            <a:r>
              <a:rPr lang="en-US" dirty="0"/>
              <a:t>, </a:t>
            </a:r>
            <a:r>
              <a:rPr lang="en-US" dirty="0" err="1"/>
              <a:t>vehicula</a:t>
            </a:r>
            <a:r>
              <a:rPr lang="en-US" dirty="0"/>
              <a:t>.</a:t>
            </a:r>
          </a:p>
        </p:txBody>
      </p:sp>
    </p:spTree>
    <p:extLst>
      <p:ext uri="{BB962C8B-B14F-4D97-AF65-F5344CB8AC3E}">
        <p14:creationId xmlns:p14="http://schemas.microsoft.com/office/powerpoint/2010/main" val="15061665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meline with image">
    <p:spTree>
      <p:nvGrpSpPr>
        <p:cNvPr id="1" name=""/>
        <p:cNvGrpSpPr/>
        <p:nvPr/>
      </p:nvGrpSpPr>
      <p:grpSpPr>
        <a:xfrm>
          <a:off x="0" y="0"/>
          <a:ext cx="0" cy="0"/>
          <a:chOff x="0" y="0"/>
          <a:chExt cx="0" cy="0"/>
        </a:xfrm>
      </p:grpSpPr>
      <p:sp>
        <p:nvSpPr>
          <p:cNvPr id="4" name="Picture Placeholder 3"/>
          <p:cNvSpPr>
            <a:spLocks noGrp="1"/>
          </p:cNvSpPr>
          <p:nvPr>
            <p:ph type="pic" sz="quarter" idx="37"/>
          </p:nvPr>
        </p:nvSpPr>
        <p:spPr>
          <a:xfrm>
            <a:off x="0" y="0"/>
            <a:ext cx="10031413" cy="1371600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9" name="Text Placeholder 3"/>
          <p:cNvSpPr>
            <a:spLocks noGrp="1"/>
          </p:cNvSpPr>
          <p:nvPr>
            <p:ph type="body" sz="quarter" idx="29" hasCustomPrompt="1"/>
          </p:nvPr>
        </p:nvSpPr>
        <p:spPr>
          <a:xfrm>
            <a:off x="11815970" y="2017458"/>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5</a:t>
            </a:r>
          </a:p>
        </p:txBody>
      </p:sp>
      <p:sp>
        <p:nvSpPr>
          <p:cNvPr id="10" name="Text Placeholder 3"/>
          <p:cNvSpPr>
            <a:spLocks noGrp="1"/>
          </p:cNvSpPr>
          <p:nvPr>
            <p:ph type="body" sz="quarter" idx="30" hasCustomPrompt="1"/>
          </p:nvPr>
        </p:nvSpPr>
        <p:spPr>
          <a:xfrm>
            <a:off x="11815970" y="3426651"/>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1" name="Text Placeholder 3"/>
          <p:cNvSpPr>
            <a:spLocks noGrp="1"/>
          </p:cNvSpPr>
          <p:nvPr>
            <p:ph type="body" sz="quarter" idx="31" hasCustomPrompt="1"/>
          </p:nvPr>
        </p:nvSpPr>
        <p:spPr>
          <a:xfrm>
            <a:off x="11815970" y="5529180"/>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6</a:t>
            </a:r>
          </a:p>
        </p:txBody>
      </p:sp>
      <p:sp>
        <p:nvSpPr>
          <p:cNvPr id="12" name="Text Placeholder 3"/>
          <p:cNvSpPr>
            <a:spLocks noGrp="1"/>
          </p:cNvSpPr>
          <p:nvPr>
            <p:ph type="body" sz="quarter" idx="32" hasCustomPrompt="1"/>
          </p:nvPr>
        </p:nvSpPr>
        <p:spPr>
          <a:xfrm>
            <a:off x="11815970" y="6938373"/>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3" name="Text Placeholder 3"/>
          <p:cNvSpPr>
            <a:spLocks noGrp="1"/>
          </p:cNvSpPr>
          <p:nvPr>
            <p:ph type="body" sz="quarter" idx="33" hasCustomPrompt="1"/>
          </p:nvPr>
        </p:nvSpPr>
        <p:spPr>
          <a:xfrm>
            <a:off x="11815970" y="9040902"/>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7</a:t>
            </a:r>
          </a:p>
        </p:txBody>
      </p:sp>
      <p:sp>
        <p:nvSpPr>
          <p:cNvPr id="15" name="Text Placeholder 3"/>
          <p:cNvSpPr>
            <a:spLocks noGrp="1"/>
          </p:cNvSpPr>
          <p:nvPr>
            <p:ph type="body" sz="quarter" idx="34" hasCustomPrompt="1"/>
          </p:nvPr>
        </p:nvSpPr>
        <p:spPr>
          <a:xfrm>
            <a:off x="11815970" y="10450095"/>
            <a:ext cx="2520000" cy="641201"/>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March</a:t>
            </a:r>
          </a:p>
        </p:txBody>
      </p:sp>
      <p:sp>
        <p:nvSpPr>
          <p:cNvPr id="18" name="Text Placeholder 3"/>
          <p:cNvSpPr>
            <a:spLocks noGrp="1"/>
          </p:cNvSpPr>
          <p:nvPr>
            <p:ph type="body" sz="quarter" idx="26" hasCustomPrompt="1"/>
          </p:nvPr>
        </p:nvSpPr>
        <p:spPr>
          <a:xfrm>
            <a:off x="14912705" y="2315656"/>
            <a:ext cx="7010939" cy="1846659"/>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Mauris</a:t>
            </a:r>
            <a:r>
              <a:rPr lang="en-US" dirty="0"/>
              <a:t> a </a:t>
            </a:r>
            <a:r>
              <a:rPr lang="en-US" dirty="0" err="1"/>
              <a:t>sollicitudin</a:t>
            </a:r>
            <a:r>
              <a:rPr lang="en-US" dirty="0"/>
              <a:t> dolor. </a:t>
            </a:r>
            <a:r>
              <a:rPr lang="en-US" dirty="0" err="1"/>
              <a:t>Proin</a:t>
            </a:r>
            <a:r>
              <a:rPr lang="en-US" dirty="0"/>
              <a:t> </a:t>
            </a:r>
            <a:r>
              <a:rPr lang="en-US" dirty="0" err="1"/>
              <a:t>feugiat</a:t>
            </a:r>
            <a:r>
              <a:rPr lang="en-US" dirty="0"/>
              <a:t> magna </a:t>
            </a:r>
            <a:r>
              <a:rPr lang="en-US" dirty="0" err="1"/>
              <a:t>ut</a:t>
            </a:r>
            <a:r>
              <a:rPr lang="en-US" dirty="0"/>
              <a:t> </a:t>
            </a:r>
            <a:r>
              <a:rPr lang="en-US" dirty="0" err="1"/>
              <a:t>est</a:t>
            </a:r>
            <a:r>
              <a:rPr lang="en-US" dirty="0"/>
              <a:t> </a:t>
            </a:r>
            <a:r>
              <a:rPr lang="en-US" dirty="0" err="1"/>
              <a:t>ultrices</a:t>
            </a:r>
            <a:r>
              <a:rPr lang="en-US" dirty="0"/>
              <a:t>, sit </a:t>
            </a:r>
            <a:r>
              <a:rPr lang="en-US" dirty="0" err="1"/>
              <a:t>amet</a:t>
            </a:r>
            <a:r>
              <a:rPr lang="en-US" dirty="0"/>
              <a:t> </a:t>
            </a:r>
            <a:r>
              <a:rPr lang="en-US" dirty="0" err="1"/>
              <a:t>rhoncus</a:t>
            </a:r>
            <a:r>
              <a:rPr lang="en-US" dirty="0"/>
              <a:t>.</a:t>
            </a:r>
          </a:p>
        </p:txBody>
      </p:sp>
      <p:sp>
        <p:nvSpPr>
          <p:cNvPr id="19" name="Text Placeholder 3"/>
          <p:cNvSpPr>
            <a:spLocks noGrp="1"/>
          </p:cNvSpPr>
          <p:nvPr>
            <p:ph type="body" sz="quarter" idx="35" hasCustomPrompt="1"/>
          </p:nvPr>
        </p:nvSpPr>
        <p:spPr>
          <a:xfrm>
            <a:off x="14912705" y="5845524"/>
            <a:ext cx="7010939" cy="1846659"/>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a:t>Nunc maximus </a:t>
            </a:r>
            <a:r>
              <a:rPr lang="en-US" dirty="0" err="1"/>
              <a:t>leo</a:t>
            </a:r>
            <a:r>
              <a:rPr lang="en-US" dirty="0"/>
              <a:t> id </a:t>
            </a:r>
            <a:r>
              <a:rPr lang="en-US" dirty="0" err="1"/>
              <a:t>velit</a:t>
            </a:r>
            <a:r>
              <a:rPr lang="en-US" dirty="0"/>
              <a:t> </a:t>
            </a:r>
            <a:r>
              <a:rPr lang="en-US" dirty="0" err="1"/>
              <a:t>blandit</a:t>
            </a:r>
            <a:r>
              <a:rPr lang="en-US" dirty="0"/>
              <a:t> </a:t>
            </a:r>
            <a:r>
              <a:rPr lang="en-US" dirty="0" err="1"/>
              <a:t>molestie</a:t>
            </a:r>
            <a:r>
              <a:rPr lang="en-US" dirty="0"/>
              <a:t>. </a:t>
            </a:r>
            <a:r>
              <a:rPr lang="en-US" dirty="0" err="1"/>
              <a:t>Ut</a:t>
            </a:r>
            <a:r>
              <a:rPr lang="en-US" dirty="0"/>
              <a:t> id </a:t>
            </a:r>
            <a:r>
              <a:rPr lang="en-US" dirty="0" err="1"/>
              <a:t>tincidunt</a:t>
            </a:r>
            <a:r>
              <a:rPr lang="en-US" dirty="0"/>
              <a:t> nisi </a:t>
            </a:r>
            <a:r>
              <a:rPr lang="en-US" dirty="0" err="1"/>
              <a:t>risus</a:t>
            </a:r>
            <a:r>
              <a:rPr lang="en-US" dirty="0"/>
              <a:t>. </a:t>
            </a:r>
            <a:r>
              <a:rPr lang="en-US" dirty="0" err="1"/>
              <a:t>Mauris</a:t>
            </a:r>
            <a:r>
              <a:rPr lang="en-US" dirty="0"/>
              <a:t> </a:t>
            </a:r>
            <a:r>
              <a:rPr lang="en-US" dirty="0" err="1"/>
              <a:t>vel</a:t>
            </a:r>
            <a:r>
              <a:rPr lang="en-US" dirty="0"/>
              <a:t> </a:t>
            </a:r>
            <a:r>
              <a:rPr lang="en-US" dirty="0" err="1"/>
              <a:t>ut</a:t>
            </a:r>
            <a:r>
              <a:rPr lang="en-US" dirty="0"/>
              <a:t> est.</a:t>
            </a:r>
          </a:p>
        </p:txBody>
      </p:sp>
      <p:sp>
        <p:nvSpPr>
          <p:cNvPr id="20" name="Text Placeholder 3"/>
          <p:cNvSpPr>
            <a:spLocks noGrp="1"/>
          </p:cNvSpPr>
          <p:nvPr>
            <p:ph type="body" sz="quarter" idx="36" hasCustomPrompt="1"/>
          </p:nvPr>
        </p:nvSpPr>
        <p:spPr>
          <a:xfrm>
            <a:off x="14912705" y="9339100"/>
            <a:ext cx="7010939" cy="1846659"/>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Mauris</a:t>
            </a:r>
            <a:r>
              <a:rPr lang="en-US" dirty="0"/>
              <a:t> </a:t>
            </a:r>
            <a:r>
              <a:rPr lang="en-US" dirty="0" err="1"/>
              <a:t>lacinia</a:t>
            </a:r>
            <a:r>
              <a:rPr lang="en-US" dirty="0"/>
              <a:t> ante non ligula </a:t>
            </a:r>
            <a:r>
              <a:rPr lang="en-US" dirty="0" err="1"/>
              <a:t>sollicitudin</a:t>
            </a:r>
            <a:r>
              <a:rPr lang="en-US" dirty="0"/>
              <a:t>, </a:t>
            </a:r>
            <a:r>
              <a:rPr lang="en-US" dirty="0" err="1"/>
              <a:t>quis</a:t>
            </a:r>
            <a:r>
              <a:rPr lang="en-US" dirty="0"/>
              <a:t> </a:t>
            </a:r>
            <a:r>
              <a:rPr lang="en-US" dirty="0" err="1"/>
              <a:t>sagittis</a:t>
            </a:r>
            <a:r>
              <a:rPr lang="en-US" dirty="0"/>
              <a:t> dolor </a:t>
            </a:r>
            <a:r>
              <a:rPr lang="en-US" dirty="0" err="1"/>
              <a:t>mattis</a:t>
            </a:r>
            <a:r>
              <a:rPr lang="en-US" dirty="0"/>
              <a:t>. </a:t>
            </a:r>
            <a:r>
              <a:rPr lang="fr-FR" dirty="0" err="1"/>
              <a:t>Orci</a:t>
            </a:r>
            <a:r>
              <a:rPr lang="fr-FR" dirty="0"/>
              <a:t> </a:t>
            </a:r>
            <a:r>
              <a:rPr lang="fr-FR" dirty="0" err="1"/>
              <a:t>varius</a:t>
            </a:r>
            <a:r>
              <a:rPr lang="fr-FR" dirty="0"/>
              <a:t>.</a:t>
            </a:r>
            <a:endParaRPr lang="en-US" dirty="0"/>
          </a:p>
        </p:txBody>
      </p:sp>
    </p:spTree>
    <p:extLst>
      <p:ext uri="{BB962C8B-B14F-4D97-AF65-F5344CB8AC3E}">
        <p14:creationId xmlns:p14="http://schemas.microsoft.com/office/powerpoint/2010/main" val="14304346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rizontal timeline">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4" name="Text Placeholder 3"/>
          <p:cNvSpPr>
            <a:spLocks noGrp="1"/>
          </p:cNvSpPr>
          <p:nvPr>
            <p:ph type="body" sz="quarter" idx="28" hasCustomPrompt="1"/>
          </p:nvPr>
        </p:nvSpPr>
        <p:spPr>
          <a:xfrm>
            <a:off x="3024796"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0</a:t>
            </a:r>
          </a:p>
        </p:txBody>
      </p:sp>
      <p:sp>
        <p:nvSpPr>
          <p:cNvPr id="16" name="Text Placeholder 3"/>
          <p:cNvSpPr>
            <a:spLocks noGrp="1"/>
          </p:cNvSpPr>
          <p:nvPr>
            <p:ph type="body" sz="quarter" idx="29" hasCustomPrompt="1"/>
          </p:nvPr>
        </p:nvSpPr>
        <p:spPr>
          <a:xfrm>
            <a:off x="3022503"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17" name="Text Placeholder 3"/>
          <p:cNvSpPr>
            <a:spLocks noGrp="1"/>
          </p:cNvSpPr>
          <p:nvPr>
            <p:ph type="body" sz="quarter" idx="30" hasCustomPrompt="1"/>
          </p:nvPr>
        </p:nvSpPr>
        <p:spPr>
          <a:xfrm>
            <a:off x="8300476"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1</a:t>
            </a:r>
          </a:p>
        </p:txBody>
      </p:sp>
      <p:sp>
        <p:nvSpPr>
          <p:cNvPr id="21" name="Text Placeholder 3"/>
          <p:cNvSpPr>
            <a:spLocks noGrp="1"/>
          </p:cNvSpPr>
          <p:nvPr>
            <p:ph type="body" sz="quarter" idx="31" hasCustomPrompt="1"/>
          </p:nvPr>
        </p:nvSpPr>
        <p:spPr>
          <a:xfrm>
            <a:off x="8298183"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2" name="Text Placeholder 3"/>
          <p:cNvSpPr>
            <a:spLocks noGrp="1"/>
          </p:cNvSpPr>
          <p:nvPr>
            <p:ph type="body" sz="quarter" idx="32" hasCustomPrompt="1"/>
          </p:nvPr>
        </p:nvSpPr>
        <p:spPr>
          <a:xfrm>
            <a:off x="13578352"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2</a:t>
            </a:r>
          </a:p>
        </p:txBody>
      </p:sp>
      <p:sp>
        <p:nvSpPr>
          <p:cNvPr id="23" name="Text Placeholder 3"/>
          <p:cNvSpPr>
            <a:spLocks noGrp="1"/>
          </p:cNvSpPr>
          <p:nvPr>
            <p:ph type="body" sz="quarter" idx="33" hasCustomPrompt="1"/>
          </p:nvPr>
        </p:nvSpPr>
        <p:spPr>
          <a:xfrm>
            <a:off x="13576059"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4" name="Text Placeholder 3"/>
          <p:cNvSpPr>
            <a:spLocks noGrp="1"/>
          </p:cNvSpPr>
          <p:nvPr>
            <p:ph type="body" sz="quarter" idx="34" hasCustomPrompt="1"/>
          </p:nvPr>
        </p:nvSpPr>
        <p:spPr>
          <a:xfrm>
            <a:off x="18858521"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3</a:t>
            </a:r>
          </a:p>
        </p:txBody>
      </p:sp>
      <p:sp>
        <p:nvSpPr>
          <p:cNvPr id="25" name="Text Placeholder 3"/>
          <p:cNvSpPr>
            <a:spLocks noGrp="1"/>
          </p:cNvSpPr>
          <p:nvPr>
            <p:ph type="body" sz="quarter" idx="35" hasCustomPrompt="1"/>
          </p:nvPr>
        </p:nvSpPr>
        <p:spPr>
          <a:xfrm>
            <a:off x="18856228"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7" name="Text Placeholder 3"/>
          <p:cNvSpPr>
            <a:spLocks noGrp="1"/>
          </p:cNvSpPr>
          <p:nvPr>
            <p:ph type="body" sz="quarter" idx="36" hasCustomPrompt="1"/>
          </p:nvPr>
        </p:nvSpPr>
        <p:spPr>
          <a:xfrm>
            <a:off x="2668855" y="10411418"/>
            <a:ext cx="323188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fr-FR" dirty="0" err="1"/>
              <a:t>Vivamus</a:t>
            </a:r>
            <a:r>
              <a:rPr lang="fr-FR" dirty="0"/>
              <a:t> </a:t>
            </a:r>
            <a:r>
              <a:rPr lang="fr-FR" dirty="0" err="1"/>
              <a:t>vulputate</a:t>
            </a:r>
            <a:r>
              <a:rPr lang="fr-FR" dirty="0"/>
              <a:t>.</a:t>
            </a:r>
            <a:endParaRPr lang="en-US" dirty="0"/>
          </a:p>
        </p:txBody>
      </p:sp>
      <p:sp>
        <p:nvSpPr>
          <p:cNvPr id="28" name="Text Placeholder 3"/>
          <p:cNvSpPr>
            <a:spLocks noGrp="1"/>
          </p:cNvSpPr>
          <p:nvPr>
            <p:ph type="body" sz="quarter" idx="37" hasCustomPrompt="1"/>
          </p:nvPr>
        </p:nvSpPr>
        <p:spPr>
          <a:xfrm>
            <a:off x="7946763" y="10411418"/>
            <a:ext cx="323188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Nullam</a:t>
            </a:r>
            <a:r>
              <a:rPr lang="en-US" dirty="0"/>
              <a:t> </a:t>
            </a:r>
            <a:r>
              <a:rPr lang="en-US" dirty="0" err="1"/>
              <a:t>elementum</a:t>
            </a:r>
            <a:r>
              <a:rPr lang="en-US" dirty="0"/>
              <a:t>.</a:t>
            </a:r>
          </a:p>
        </p:txBody>
      </p:sp>
      <p:sp>
        <p:nvSpPr>
          <p:cNvPr id="29" name="Text Placeholder 3"/>
          <p:cNvSpPr>
            <a:spLocks noGrp="1"/>
          </p:cNvSpPr>
          <p:nvPr>
            <p:ph type="body" sz="quarter" idx="39" hasCustomPrompt="1"/>
          </p:nvPr>
        </p:nvSpPr>
        <p:spPr>
          <a:xfrm>
            <a:off x="13224671" y="10411418"/>
            <a:ext cx="323188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Aenean</a:t>
            </a:r>
            <a:r>
              <a:rPr lang="en-US" dirty="0"/>
              <a:t> nisi </a:t>
            </a:r>
            <a:r>
              <a:rPr lang="en-US" dirty="0" err="1"/>
              <a:t>nunc</a:t>
            </a:r>
            <a:r>
              <a:rPr lang="en-US" dirty="0"/>
              <a:t>, </a:t>
            </a:r>
            <a:r>
              <a:rPr lang="en-US" dirty="0" err="1"/>
              <a:t>mattis</a:t>
            </a:r>
            <a:r>
              <a:rPr lang="en-US" dirty="0"/>
              <a:t>.</a:t>
            </a:r>
          </a:p>
        </p:txBody>
      </p:sp>
      <p:sp>
        <p:nvSpPr>
          <p:cNvPr id="30" name="Text Placeholder 3"/>
          <p:cNvSpPr>
            <a:spLocks noGrp="1"/>
          </p:cNvSpPr>
          <p:nvPr>
            <p:ph type="body" sz="quarter" idx="42" hasCustomPrompt="1"/>
          </p:nvPr>
        </p:nvSpPr>
        <p:spPr>
          <a:xfrm>
            <a:off x="18502580" y="10411418"/>
            <a:ext cx="3231883" cy="1231106"/>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Cras</a:t>
            </a:r>
            <a:r>
              <a:rPr lang="en-US" dirty="0"/>
              <a:t> pharetra </a:t>
            </a:r>
            <a:r>
              <a:rPr lang="en-US" dirty="0" err="1"/>
              <a:t>placerat</a:t>
            </a:r>
            <a:r>
              <a:rPr lang="en-US" dirty="0"/>
              <a:t>.</a:t>
            </a:r>
          </a:p>
        </p:txBody>
      </p:sp>
      <p:sp>
        <p:nvSpPr>
          <p:cNvPr id="31" name="Text Placeholder 3"/>
          <p:cNvSpPr>
            <a:spLocks noGrp="1"/>
          </p:cNvSpPr>
          <p:nvPr>
            <p:ph type="body" sz="quarter" idx="43" hasCustomPrompt="1"/>
          </p:nvPr>
        </p:nvSpPr>
        <p:spPr>
          <a:xfrm>
            <a:off x="7935349" y="4791163"/>
            <a:ext cx="13799113" cy="1231106"/>
          </a:xfrm>
          <a:prstGeom prst="rect">
            <a:avLst/>
          </a:prstGeom>
          <a:noFill/>
          <a:ln w="25400">
            <a:noFill/>
          </a:ln>
        </p:spPr>
        <p:txBody>
          <a:bodyPr wrap="square" lIns="0" tIns="0" rIns="0" bIns="0">
            <a:spAutoFit/>
          </a:bodyPr>
          <a:lstStyle>
            <a:lvl1pPr marL="0" marR="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l"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a:t>Maecenas </a:t>
            </a:r>
            <a:r>
              <a:rPr lang="en-US" dirty="0" err="1"/>
              <a:t>finibus</a:t>
            </a:r>
            <a:r>
              <a:rPr lang="en-US" dirty="0"/>
              <a:t> </a:t>
            </a:r>
            <a:r>
              <a:rPr lang="en-US" dirty="0" err="1"/>
              <a:t>sagittis</a:t>
            </a:r>
            <a:r>
              <a:rPr lang="en-US" dirty="0"/>
              <a:t> </a:t>
            </a:r>
            <a:r>
              <a:rPr lang="en-US" dirty="0" err="1"/>
              <a:t>vivamus</a:t>
            </a:r>
            <a:r>
              <a:rPr lang="en-US" dirty="0"/>
              <a:t> </a:t>
            </a:r>
            <a:r>
              <a:rPr lang="en-US" dirty="0" err="1"/>
              <a:t>imperdiet</a:t>
            </a:r>
            <a:r>
              <a:rPr lang="en-US" dirty="0"/>
              <a:t>. </a:t>
            </a:r>
            <a:r>
              <a:rPr lang="en-US" dirty="0" err="1"/>
              <a:t>Nullam</a:t>
            </a:r>
            <a:r>
              <a:rPr lang="en-US" dirty="0"/>
              <a:t> </a:t>
            </a:r>
            <a:r>
              <a:rPr lang="en-US" dirty="0" err="1"/>
              <a:t>congue</a:t>
            </a:r>
            <a:r>
              <a:rPr lang="en-US" dirty="0"/>
              <a:t> </a:t>
            </a:r>
            <a:r>
              <a:rPr lang="en-US" dirty="0" err="1"/>
              <a:t>dignissim</a:t>
            </a:r>
            <a:r>
              <a:rPr lang="en-US" dirty="0"/>
              <a:t> </a:t>
            </a:r>
            <a:r>
              <a:rPr lang="en-US" dirty="0" err="1"/>
              <a:t>lacinia</a:t>
            </a:r>
            <a:r>
              <a:rPr lang="en-US" dirty="0"/>
              <a:t>. </a:t>
            </a:r>
            <a:r>
              <a:rPr lang="en-US" dirty="0" err="1"/>
              <a:t>Nullam</a:t>
            </a:r>
            <a:r>
              <a:rPr lang="en-US" dirty="0"/>
              <a:t> set </a:t>
            </a:r>
            <a:r>
              <a:rPr lang="en-US" dirty="0" err="1"/>
              <a:t>elementum</a:t>
            </a:r>
            <a:r>
              <a:rPr lang="en-US" dirty="0"/>
              <a:t> </a:t>
            </a:r>
            <a:r>
              <a:rPr lang="en-US" dirty="0" err="1"/>
              <a:t>aliquet</a:t>
            </a:r>
            <a:r>
              <a:rPr lang="en-US" dirty="0"/>
              <a:t>.</a:t>
            </a:r>
          </a:p>
        </p:txBody>
      </p:sp>
      <p:sp>
        <p:nvSpPr>
          <p:cNvPr id="32" name="Text Placeholder 4"/>
          <p:cNvSpPr>
            <a:spLocks noGrp="1"/>
          </p:cNvSpPr>
          <p:nvPr>
            <p:ph type="body" sz="quarter" idx="44" hasCustomPrompt="1"/>
          </p:nvPr>
        </p:nvSpPr>
        <p:spPr>
          <a:xfrm>
            <a:off x="7935349" y="2497613"/>
            <a:ext cx="13781617"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Timeline</a:t>
            </a:r>
            <a:endParaRPr lang="uk-UA" dirty="0"/>
          </a:p>
        </p:txBody>
      </p:sp>
    </p:spTree>
    <p:extLst>
      <p:ext uri="{BB962C8B-B14F-4D97-AF65-F5344CB8AC3E}">
        <p14:creationId xmlns:p14="http://schemas.microsoft.com/office/powerpoint/2010/main" val="1458227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orizontal timeline with image">
    <p:spTree>
      <p:nvGrpSpPr>
        <p:cNvPr id="1" name=""/>
        <p:cNvGrpSpPr/>
        <p:nvPr/>
      </p:nvGrpSpPr>
      <p:grpSpPr>
        <a:xfrm>
          <a:off x="0" y="0"/>
          <a:ext cx="0" cy="0"/>
          <a:chOff x="0" y="0"/>
          <a:chExt cx="0" cy="0"/>
        </a:xfrm>
      </p:grpSpPr>
      <p:sp>
        <p:nvSpPr>
          <p:cNvPr id="19" name="Picture Placeholder 3"/>
          <p:cNvSpPr>
            <a:spLocks noGrp="1"/>
          </p:cNvSpPr>
          <p:nvPr>
            <p:ph type="pic" sz="quarter" idx="43"/>
          </p:nvPr>
        </p:nvSpPr>
        <p:spPr>
          <a:xfrm>
            <a:off x="6249988" y="1096963"/>
            <a:ext cx="11882437" cy="5221288"/>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4" name="Text Placeholder 3"/>
          <p:cNvSpPr>
            <a:spLocks noGrp="1"/>
          </p:cNvSpPr>
          <p:nvPr>
            <p:ph type="body" sz="quarter" idx="28" hasCustomPrompt="1"/>
          </p:nvPr>
        </p:nvSpPr>
        <p:spPr>
          <a:xfrm>
            <a:off x="3024796"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4</a:t>
            </a:r>
          </a:p>
        </p:txBody>
      </p:sp>
      <p:sp>
        <p:nvSpPr>
          <p:cNvPr id="16" name="Text Placeholder 3"/>
          <p:cNvSpPr>
            <a:spLocks noGrp="1"/>
          </p:cNvSpPr>
          <p:nvPr>
            <p:ph type="body" sz="quarter" idx="29" hasCustomPrompt="1"/>
          </p:nvPr>
        </p:nvSpPr>
        <p:spPr>
          <a:xfrm>
            <a:off x="3022503"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17" name="Text Placeholder 3"/>
          <p:cNvSpPr>
            <a:spLocks noGrp="1"/>
          </p:cNvSpPr>
          <p:nvPr>
            <p:ph type="body" sz="quarter" idx="30" hasCustomPrompt="1"/>
          </p:nvPr>
        </p:nvSpPr>
        <p:spPr>
          <a:xfrm>
            <a:off x="8300476"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5</a:t>
            </a:r>
          </a:p>
        </p:txBody>
      </p:sp>
      <p:sp>
        <p:nvSpPr>
          <p:cNvPr id="21" name="Text Placeholder 3"/>
          <p:cNvSpPr>
            <a:spLocks noGrp="1"/>
          </p:cNvSpPr>
          <p:nvPr>
            <p:ph type="body" sz="quarter" idx="31" hasCustomPrompt="1"/>
          </p:nvPr>
        </p:nvSpPr>
        <p:spPr>
          <a:xfrm>
            <a:off x="8298183"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2" name="Text Placeholder 3"/>
          <p:cNvSpPr>
            <a:spLocks noGrp="1"/>
          </p:cNvSpPr>
          <p:nvPr>
            <p:ph type="body" sz="quarter" idx="32" hasCustomPrompt="1"/>
          </p:nvPr>
        </p:nvSpPr>
        <p:spPr>
          <a:xfrm>
            <a:off x="13578352"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6</a:t>
            </a:r>
          </a:p>
        </p:txBody>
      </p:sp>
      <p:sp>
        <p:nvSpPr>
          <p:cNvPr id="23" name="Text Placeholder 3"/>
          <p:cNvSpPr>
            <a:spLocks noGrp="1"/>
          </p:cNvSpPr>
          <p:nvPr>
            <p:ph type="body" sz="quarter" idx="33" hasCustomPrompt="1"/>
          </p:nvPr>
        </p:nvSpPr>
        <p:spPr>
          <a:xfrm>
            <a:off x="13576059"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4" name="Text Placeholder 3"/>
          <p:cNvSpPr>
            <a:spLocks noGrp="1"/>
          </p:cNvSpPr>
          <p:nvPr>
            <p:ph type="body" sz="quarter" idx="34" hasCustomPrompt="1"/>
          </p:nvPr>
        </p:nvSpPr>
        <p:spPr>
          <a:xfrm>
            <a:off x="18858521" y="7602981"/>
            <a:ext cx="2520000" cy="2520000"/>
          </a:xfrm>
          <a:prstGeom prst="rect">
            <a:avLst/>
          </a:prstGeom>
          <a:solidFill>
            <a:schemeClr val="bg1"/>
          </a:solidFill>
          <a:ln w="31750">
            <a:solidFill>
              <a:schemeClr val="accent1"/>
            </a:solidFill>
          </a:ln>
        </p:spPr>
        <p:txBody>
          <a:bodyPr wrap="square" lIns="0" tIns="360000" rIns="0" bIns="0" anchor="t" anchorCtr="0">
            <a:normAutofit/>
          </a:bodyPr>
          <a:lstStyle>
            <a:lvl1pPr marL="0" indent="0" algn="ctr">
              <a:lnSpc>
                <a:spcPct val="100000"/>
              </a:lnSpc>
              <a:spcBef>
                <a:spcPts val="0"/>
              </a:spcBef>
              <a:buNone/>
              <a:defRPr sz="8000" cap="all" spc="60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uk-UA" dirty="0"/>
              <a:t>1</a:t>
            </a:r>
            <a:r>
              <a:rPr lang="en-US" dirty="0"/>
              <a:t>7</a:t>
            </a:r>
          </a:p>
        </p:txBody>
      </p:sp>
      <p:sp>
        <p:nvSpPr>
          <p:cNvPr id="25" name="Text Placeholder 3"/>
          <p:cNvSpPr>
            <a:spLocks noGrp="1"/>
          </p:cNvSpPr>
          <p:nvPr>
            <p:ph type="body" sz="quarter" idx="35" hasCustomPrompt="1"/>
          </p:nvPr>
        </p:nvSpPr>
        <p:spPr>
          <a:xfrm>
            <a:off x="18856228" y="8993124"/>
            <a:ext cx="2516285" cy="615553"/>
          </a:xfrm>
          <a:prstGeom prst="rect">
            <a:avLst/>
          </a:prstGeom>
          <a:noFill/>
          <a:ln w="25400">
            <a:noFill/>
          </a:ln>
        </p:spPr>
        <p:txBody>
          <a:bodyPr wrap="square" lIns="0" tIns="0" rIns="0" bIns="0">
            <a:spAutoFit/>
          </a:bodyPr>
          <a:lstStyle>
            <a:lvl1pPr marL="0" indent="0" algn="ctr">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April</a:t>
            </a:r>
          </a:p>
        </p:txBody>
      </p:sp>
      <p:sp>
        <p:nvSpPr>
          <p:cNvPr id="27" name="Text Placeholder 3"/>
          <p:cNvSpPr>
            <a:spLocks noGrp="1"/>
          </p:cNvSpPr>
          <p:nvPr>
            <p:ph type="body" sz="quarter" idx="36" hasCustomPrompt="1"/>
          </p:nvPr>
        </p:nvSpPr>
        <p:spPr>
          <a:xfrm>
            <a:off x="2668855" y="10411418"/>
            <a:ext cx="3231883" cy="1215717"/>
          </a:xfrm>
          <a:prstGeom prst="rect">
            <a:avLst/>
          </a:prstGeom>
          <a:noFill/>
          <a:ln w="25400">
            <a:noFill/>
          </a:ln>
        </p:spPr>
        <p:txBody>
          <a:bodyPr wrap="square" lIns="0" tIns="0" rIns="0" bIns="0">
            <a:spAutoFit/>
          </a:bodyPr>
          <a:lstStyle>
            <a:lvl1pPr marL="0" marR="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fr-FR" dirty="0" err="1"/>
              <a:t>Quisque</a:t>
            </a:r>
            <a:r>
              <a:rPr lang="fr-FR" dirty="0"/>
              <a:t> </a:t>
            </a:r>
            <a:r>
              <a:rPr lang="fr-FR" dirty="0" err="1"/>
              <a:t>pharetra</a:t>
            </a:r>
            <a:r>
              <a:rPr lang="fr-FR" dirty="0"/>
              <a:t>, </a:t>
            </a:r>
            <a:r>
              <a:rPr lang="fr-FR" dirty="0" err="1"/>
              <a:t>orci</a:t>
            </a:r>
            <a:r>
              <a:rPr lang="fr-FR" dirty="0"/>
              <a:t>.</a:t>
            </a:r>
            <a:endParaRPr lang="en-US" dirty="0"/>
          </a:p>
        </p:txBody>
      </p:sp>
      <p:sp>
        <p:nvSpPr>
          <p:cNvPr id="28" name="Text Placeholder 3"/>
          <p:cNvSpPr>
            <a:spLocks noGrp="1"/>
          </p:cNvSpPr>
          <p:nvPr>
            <p:ph type="body" sz="quarter" idx="37" hasCustomPrompt="1"/>
          </p:nvPr>
        </p:nvSpPr>
        <p:spPr>
          <a:xfrm>
            <a:off x="7946763" y="10411418"/>
            <a:ext cx="3231883" cy="1215717"/>
          </a:xfrm>
          <a:prstGeom prst="rect">
            <a:avLst/>
          </a:prstGeom>
          <a:noFill/>
          <a:ln w="25400">
            <a:noFill/>
          </a:ln>
        </p:spPr>
        <p:txBody>
          <a:bodyPr wrap="square" lIns="0" tIns="0" rIns="0" bIns="0">
            <a:spAutoFit/>
          </a:bodyPr>
          <a:lstStyle>
            <a:lvl1pPr marL="0" marR="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Donec</a:t>
            </a:r>
            <a:r>
              <a:rPr lang="en-US" dirty="0"/>
              <a:t> </a:t>
            </a:r>
            <a:r>
              <a:rPr lang="en-US" dirty="0" err="1"/>
              <a:t>aliquet</a:t>
            </a:r>
            <a:r>
              <a:rPr lang="en-US" dirty="0"/>
              <a:t>, id </a:t>
            </a:r>
            <a:r>
              <a:rPr lang="en-US" dirty="0" err="1"/>
              <a:t>velit</a:t>
            </a:r>
            <a:r>
              <a:rPr lang="en-US" dirty="0"/>
              <a:t> </a:t>
            </a:r>
            <a:r>
              <a:rPr lang="en-US" dirty="0" err="1"/>
              <a:t>odio</a:t>
            </a:r>
            <a:r>
              <a:rPr lang="en-US" dirty="0"/>
              <a:t>.</a:t>
            </a:r>
          </a:p>
        </p:txBody>
      </p:sp>
      <p:sp>
        <p:nvSpPr>
          <p:cNvPr id="29" name="Text Placeholder 3"/>
          <p:cNvSpPr>
            <a:spLocks noGrp="1"/>
          </p:cNvSpPr>
          <p:nvPr>
            <p:ph type="body" sz="quarter" idx="39" hasCustomPrompt="1"/>
          </p:nvPr>
        </p:nvSpPr>
        <p:spPr>
          <a:xfrm>
            <a:off x="13224671" y="10411418"/>
            <a:ext cx="3231883" cy="1231106"/>
          </a:xfrm>
          <a:prstGeom prst="rect">
            <a:avLst/>
          </a:prstGeom>
          <a:noFill/>
          <a:ln w="25400">
            <a:noFill/>
          </a:ln>
        </p:spPr>
        <p:txBody>
          <a:bodyPr wrap="square" lIns="0" tIns="0" rIns="0" bIns="0">
            <a:spAutoFit/>
          </a:bodyPr>
          <a:lstStyle>
            <a:lvl1pPr marL="0" marR="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en-US" dirty="0" err="1"/>
              <a:t>Duis</a:t>
            </a:r>
            <a:r>
              <a:rPr lang="en-US" dirty="0"/>
              <a:t> et </a:t>
            </a:r>
            <a:r>
              <a:rPr lang="en-US" dirty="0" err="1"/>
              <a:t>leo</a:t>
            </a:r>
            <a:r>
              <a:rPr lang="en-US" dirty="0"/>
              <a:t> </a:t>
            </a:r>
            <a:r>
              <a:rPr lang="en-US" dirty="0" err="1"/>
              <a:t>vulputate</a:t>
            </a:r>
            <a:r>
              <a:rPr lang="en-US" dirty="0"/>
              <a:t>.</a:t>
            </a:r>
          </a:p>
        </p:txBody>
      </p:sp>
      <p:sp>
        <p:nvSpPr>
          <p:cNvPr id="30" name="Text Placeholder 3"/>
          <p:cNvSpPr>
            <a:spLocks noGrp="1"/>
          </p:cNvSpPr>
          <p:nvPr>
            <p:ph type="body" sz="quarter" idx="42" hasCustomPrompt="1"/>
          </p:nvPr>
        </p:nvSpPr>
        <p:spPr>
          <a:xfrm>
            <a:off x="18502580" y="10411418"/>
            <a:ext cx="3231883" cy="1231106"/>
          </a:xfrm>
          <a:prstGeom prst="rect">
            <a:avLst/>
          </a:prstGeom>
          <a:noFill/>
          <a:ln w="25400">
            <a:noFill/>
          </a:ln>
        </p:spPr>
        <p:txBody>
          <a:bodyPr wrap="square" lIns="0" tIns="0" rIns="0" bIns="0">
            <a:spAutoFit/>
          </a:bodyPr>
          <a:lstStyle>
            <a:lvl1pPr marL="0" marR="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marL="0" marR="0" lvl="0" indent="0" algn="ctr" defTabSz="1828709" rtl="0" eaLnBrk="1" fontAlgn="auto" latinLnBrk="0" hangingPunct="1">
              <a:lnSpc>
                <a:spcPts val="4800"/>
              </a:lnSpc>
              <a:spcBef>
                <a:spcPts val="0"/>
              </a:spcBef>
              <a:spcAft>
                <a:spcPts val="0"/>
              </a:spcAft>
              <a:buClrTx/>
              <a:buSzTx/>
              <a:buFont typeface="Arial" panose="020B0604020202020204" pitchFamily="34" charset="0"/>
              <a:buNone/>
              <a:tabLst/>
              <a:defRPr/>
            </a:pPr>
            <a:r>
              <a:rPr lang="it-IT" dirty="0"/>
              <a:t>Maecenas non ligula et.</a:t>
            </a:r>
            <a:endParaRPr lang="en-US" dirty="0"/>
          </a:p>
        </p:txBody>
      </p:sp>
      <p:sp>
        <p:nvSpPr>
          <p:cNvPr id="18" name="Text Placeholder 3"/>
          <p:cNvSpPr>
            <a:spLocks noGrp="1"/>
          </p:cNvSpPr>
          <p:nvPr>
            <p:ph type="body" sz="quarter" idx="20" hasCustomPrompt="1"/>
          </p:nvPr>
        </p:nvSpPr>
        <p:spPr>
          <a:xfrm>
            <a:off x="19419099" y="1128415"/>
            <a:ext cx="3572665"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timeline</a:t>
            </a:r>
            <a:endParaRPr lang="uk-UA" dirty="0"/>
          </a:p>
        </p:txBody>
      </p:sp>
    </p:spTree>
    <p:extLst>
      <p:ext uri="{BB962C8B-B14F-4D97-AF65-F5344CB8AC3E}">
        <p14:creationId xmlns:p14="http://schemas.microsoft.com/office/powerpoint/2010/main" val="26036824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2" name="Picture Placeholder 3"/>
          <p:cNvSpPr>
            <a:spLocks noGrp="1"/>
          </p:cNvSpPr>
          <p:nvPr>
            <p:ph type="pic" sz="quarter" idx="37"/>
          </p:nvPr>
        </p:nvSpPr>
        <p:spPr>
          <a:xfrm>
            <a:off x="14351000" y="0"/>
            <a:ext cx="10031413" cy="13716000"/>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26" name="Text Placeholder 4"/>
          <p:cNvSpPr>
            <a:spLocks noGrp="1"/>
          </p:cNvSpPr>
          <p:nvPr>
            <p:ph type="body" sz="quarter" idx="11" hasCustomPrompt="1"/>
          </p:nvPr>
        </p:nvSpPr>
        <p:spPr>
          <a:xfrm>
            <a:off x="3027362" y="4092209"/>
            <a:ext cx="8635547" cy="1551707"/>
          </a:xfrm>
          <a:prstGeom prst="rect">
            <a:avLst/>
          </a:prstGeom>
        </p:spPr>
        <p:txBody>
          <a:bodyPr wrap="square" lIns="0" tIns="0" rIns="0" bIns="0">
            <a:spAutoFit/>
          </a:bodyPr>
          <a:lstStyle>
            <a:lvl1pPr marL="0" indent="0" algn="l">
              <a:lnSpc>
                <a:spcPts val="12100"/>
              </a:lnSpc>
              <a:spcBef>
                <a:spcPts val="0"/>
              </a:spcBef>
              <a:buNone/>
              <a:defRPr sz="10100" cap="all" baseline="0">
                <a:solidFill>
                  <a:schemeClr val="accent1"/>
                </a:solidFill>
                <a:latin typeface="+mj-lt"/>
              </a:defRPr>
            </a:lvl1pPr>
          </a:lstStyle>
          <a:p>
            <a:pPr lvl="0"/>
            <a:r>
              <a:rPr lang="en-US" dirty="0"/>
              <a:t>summary</a:t>
            </a:r>
            <a:endParaRPr lang="uk-UA" dirty="0"/>
          </a:p>
        </p:txBody>
      </p:sp>
      <p:sp>
        <p:nvSpPr>
          <p:cNvPr id="31" name="Text Placeholder 3"/>
          <p:cNvSpPr>
            <a:spLocks noGrp="1"/>
          </p:cNvSpPr>
          <p:nvPr>
            <p:ph type="body" sz="quarter" idx="13" hasCustomPrompt="1"/>
          </p:nvPr>
        </p:nvSpPr>
        <p:spPr>
          <a:xfrm>
            <a:off x="3027362" y="6393597"/>
            <a:ext cx="8623301" cy="3062377"/>
          </a:xfrm>
          <a:prstGeom prst="rect">
            <a:avLst/>
          </a:prstGeom>
          <a:noFill/>
          <a:ln w="25400">
            <a:noFill/>
          </a:ln>
        </p:spPr>
        <p:txBody>
          <a:bodyPr wrap="square" lIns="0" tIns="0" rIns="0" bIns="0" numCol="1" spcCol="0">
            <a:spAutoFit/>
          </a:bodyPr>
          <a:lstStyle>
            <a:lvl1pPr marL="0" indent="0" algn="l">
              <a:lnSpc>
                <a:spcPts val="48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Nunc ipsum magna, </a:t>
            </a:r>
            <a:r>
              <a:rPr lang="en-US" dirty="0" err="1"/>
              <a:t>rutrum</a:t>
            </a:r>
            <a:r>
              <a:rPr lang="en-US" dirty="0"/>
              <a:t> in </a:t>
            </a:r>
            <a:r>
              <a:rPr lang="en-US" dirty="0" err="1"/>
              <a:t>justo</a:t>
            </a:r>
            <a:r>
              <a:rPr lang="en-US" dirty="0"/>
              <a:t> </a:t>
            </a:r>
            <a:r>
              <a:rPr lang="en-US" dirty="0" err="1"/>
              <a:t>tincidunt</a:t>
            </a:r>
            <a:r>
              <a:rPr lang="en-US" dirty="0"/>
              <a:t>, </a:t>
            </a:r>
            <a:r>
              <a:rPr lang="en-US" dirty="0" err="1"/>
              <a:t>elementum</a:t>
            </a:r>
            <a:r>
              <a:rPr lang="en-US" dirty="0"/>
              <a:t> maximus diam. </a:t>
            </a:r>
            <a:r>
              <a:rPr lang="en-US" dirty="0" err="1"/>
              <a:t>Donec</a:t>
            </a:r>
            <a:r>
              <a:rPr lang="en-US" dirty="0"/>
              <a:t> </a:t>
            </a:r>
            <a:r>
              <a:rPr lang="en-US" dirty="0" err="1"/>
              <a:t>mollis</a:t>
            </a:r>
            <a:r>
              <a:rPr lang="en-US" dirty="0"/>
              <a:t> </a:t>
            </a:r>
            <a:r>
              <a:rPr lang="en-US" dirty="0" err="1"/>
              <a:t>condimentum</a:t>
            </a:r>
            <a:r>
              <a:rPr lang="en-US" dirty="0"/>
              <a:t> nisi, </a:t>
            </a:r>
            <a:r>
              <a:rPr lang="en-US" dirty="0" err="1"/>
              <a:t>quis</a:t>
            </a:r>
            <a:r>
              <a:rPr lang="en-US" dirty="0"/>
              <a:t> </a:t>
            </a:r>
            <a:r>
              <a:rPr lang="en-US" dirty="0" err="1"/>
              <a:t>volutpat</a:t>
            </a:r>
            <a:r>
              <a:rPr lang="en-US" dirty="0"/>
              <a:t> ligula </a:t>
            </a:r>
            <a:r>
              <a:rPr lang="en-US" dirty="0" err="1"/>
              <a:t>aliquam</a:t>
            </a:r>
            <a:r>
              <a:rPr lang="en-US" dirty="0"/>
              <a:t> sit </a:t>
            </a:r>
            <a:r>
              <a:rPr lang="en-US" dirty="0" err="1"/>
              <a:t>amet</a:t>
            </a:r>
            <a:r>
              <a:rPr lang="en-US" dirty="0"/>
              <a:t>. </a:t>
            </a:r>
            <a:r>
              <a:rPr lang="en-US" dirty="0" err="1"/>
              <a:t>Quisque</a:t>
            </a:r>
            <a:r>
              <a:rPr lang="en-US" dirty="0"/>
              <a:t> </a:t>
            </a:r>
            <a:r>
              <a:rPr lang="en-US" dirty="0" err="1"/>
              <a:t>facilisis</a:t>
            </a:r>
            <a:r>
              <a:rPr lang="en-US" dirty="0"/>
              <a:t> </a:t>
            </a:r>
            <a:r>
              <a:rPr lang="en-US" dirty="0" err="1"/>
              <a:t>purus</a:t>
            </a:r>
            <a:r>
              <a:rPr lang="en-US" dirty="0"/>
              <a:t> in ligula </a:t>
            </a:r>
            <a:r>
              <a:rPr lang="en-US" dirty="0" err="1"/>
              <a:t>interdum</a:t>
            </a:r>
            <a:r>
              <a:rPr lang="en-US" dirty="0"/>
              <a:t> pharetra.</a:t>
            </a:r>
          </a:p>
        </p:txBody>
      </p:sp>
    </p:spTree>
    <p:extLst>
      <p:ext uri="{BB962C8B-B14F-4D97-AF65-F5344CB8AC3E}">
        <p14:creationId xmlns:p14="http://schemas.microsoft.com/office/powerpoint/2010/main" val="30945168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8" name="Picture Placeholder 4"/>
          <p:cNvSpPr>
            <a:spLocks noGrp="1"/>
          </p:cNvSpPr>
          <p:nvPr>
            <p:ph type="pic" sz="quarter" idx="16"/>
          </p:nvPr>
        </p:nvSpPr>
        <p:spPr>
          <a:xfrm>
            <a:off x="6249988" y="7937500"/>
            <a:ext cx="11882437" cy="5778501"/>
          </a:xfrm>
          <a:prstGeom prst="rect">
            <a:avLst/>
          </a:prstGeom>
          <a:pattFill prst="lgCheck">
            <a:fgClr>
              <a:schemeClr val="tx1"/>
            </a:fgClr>
            <a:bgClr>
              <a:schemeClr val="tx1">
                <a:lumMod val="75000"/>
              </a:schemeClr>
            </a:bgClr>
          </a:pattFill>
        </p:spPr>
        <p:txBody>
          <a:bodyPr anchor="ctr"/>
          <a:lstStyle>
            <a:lvl1pPr marL="0" indent="0" algn="ctr">
              <a:buNone/>
              <a:defRPr sz="2800">
                <a:solidFill>
                  <a:schemeClr val="bg1"/>
                </a:solidFill>
              </a:defRPr>
            </a:lvl1pPr>
          </a:lstStyle>
          <a:p>
            <a:endParaRPr lang="uk-UA"/>
          </a:p>
        </p:txBody>
      </p:sp>
      <p:sp>
        <p:nvSpPr>
          <p:cNvPr id="9" name="Text Placeholder 3"/>
          <p:cNvSpPr>
            <a:spLocks noGrp="1"/>
          </p:cNvSpPr>
          <p:nvPr>
            <p:ph type="body" sz="quarter" idx="17" hasCustomPrompt="1"/>
          </p:nvPr>
        </p:nvSpPr>
        <p:spPr>
          <a:xfrm>
            <a:off x="5170488" y="3165546"/>
            <a:ext cx="14041437" cy="1282402"/>
          </a:xfrm>
          <a:prstGeom prst="rect">
            <a:avLst/>
          </a:prstGeom>
          <a:noFill/>
          <a:ln w="25400">
            <a:noFill/>
          </a:ln>
        </p:spPr>
        <p:txBody>
          <a:bodyPr wrap="square" lIns="0" tIns="0" rIns="0" bIns="0">
            <a:spAutoFit/>
          </a:bodyPr>
          <a:lstStyle>
            <a:lvl1pPr marL="0" indent="0" algn="ctr">
              <a:lnSpc>
                <a:spcPts val="504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err="1"/>
              <a:t>Phasellus</a:t>
            </a:r>
            <a:r>
              <a:rPr lang="en-US" dirty="0"/>
              <a:t> a </a:t>
            </a:r>
            <a:r>
              <a:rPr lang="en-US" dirty="0" err="1"/>
              <a:t>imperdiet</a:t>
            </a:r>
            <a:r>
              <a:rPr lang="en-US" dirty="0"/>
              <a:t> </a:t>
            </a:r>
            <a:r>
              <a:rPr lang="en-US" dirty="0" err="1"/>
              <a:t>lectus</a:t>
            </a:r>
            <a:r>
              <a:rPr lang="en-US" dirty="0"/>
              <a:t>, sit </a:t>
            </a:r>
            <a:r>
              <a:rPr lang="en-US" dirty="0" err="1"/>
              <a:t>amet</a:t>
            </a:r>
            <a:r>
              <a:rPr lang="en-US" dirty="0"/>
              <a:t> </a:t>
            </a:r>
            <a:r>
              <a:rPr lang="en-US" dirty="0" err="1"/>
              <a:t>rhoncus</a:t>
            </a:r>
            <a:r>
              <a:rPr lang="en-US" dirty="0"/>
              <a:t> dui. </a:t>
            </a:r>
            <a:r>
              <a:rPr lang="en-US" dirty="0" err="1"/>
              <a:t>Sed</a:t>
            </a:r>
            <a:r>
              <a:rPr lang="en-US" dirty="0"/>
              <a:t> ac </a:t>
            </a:r>
            <a:r>
              <a:rPr lang="en-US" dirty="0" err="1"/>
              <a:t>mattis</a:t>
            </a:r>
            <a:r>
              <a:rPr lang="en-US" dirty="0"/>
              <a:t> </a:t>
            </a:r>
            <a:r>
              <a:rPr lang="en-US" dirty="0" err="1"/>
              <a:t>neque</a:t>
            </a:r>
            <a:r>
              <a:rPr lang="en-US" dirty="0"/>
              <a:t>. </a:t>
            </a:r>
            <a:r>
              <a:rPr lang="en-US" dirty="0" err="1"/>
              <a:t>Aliquam</a:t>
            </a:r>
            <a:r>
              <a:rPr lang="en-US" dirty="0"/>
              <a:t> </a:t>
            </a:r>
            <a:r>
              <a:rPr lang="en-US" dirty="0" err="1"/>
              <a:t>erat</a:t>
            </a:r>
            <a:r>
              <a:rPr lang="en-US" dirty="0"/>
              <a:t> </a:t>
            </a:r>
            <a:r>
              <a:rPr lang="en-US" dirty="0" err="1"/>
              <a:t>volutpat</a:t>
            </a:r>
            <a:r>
              <a:rPr lang="en-US" dirty="0"/>
              <a:t>. </a:t>
            </a:r>
            <a:r>
              <a:rPr lang="en-US" dirty="0" err="1"/>
              <a:t>Aliquam</a:t>
            </a:r>
            <a:r>
              <a:rPr lang="en-US" dirty="0"/>
              <a:t> </a:t>
            </a:r>
            <a:r>
              <a:rPr lang="en-US" dirty="0" err="1"/>
              <a:t>iaculis</a:t>
            </a:r>
            <a:r>
              <a:rPr lang="en-US" dirty="0"/>
              <a:t> </a:t>
            </a:r>
            <a:r>
              <a:rPr lang="en-US" dirty="0" err="1"/>
              <a:t>consequat</a:t>
            </a:r>
            <a:r>
              <a:rPr lang="en-US" dirty="0"/>
              <a:t> </a:t>
            </a:r>
            <a:r>
              <a:rPr lang="en-US" dirty="0" err="1"/>
              <a:t>varius</a:t>
            </a:r>
            <a:r>
              <a:rPr lang="en-US" dirty="0"/>
              <a:t>.</a:t>
            </a:r>
          </a:p>
        </p:txBody>
      </p:sp>
      <p:sp>
        <p:nvSpPr>
          <p:cNvPr id="10" name="Text Placeholder 4"/>
          <p:cNvSpPr>
            <a:spLocks noGrp="1"/>
          </p:cNvSpPr>
          <p:nvPr>
            <p:ph type="body" sz="quarter" idx="31" hasCustomPrompt="1"/>
          </p:nvPr>
        </p:nvSpPr>
        <p:spPr>
          <a:xfrm>
            <a:off x="7331075" y="5299758"/>
            <a:ext cx="9720263" cy="1548000"/>
          </a:xfrm>
          <a:prstGeom prst="rect">
            <a:avLst/>
          </a:prstGeom>
          <a:solidFill>
            <a:schemeClr val="accent1"/>
          </a:solidFill>
          <a:ln w="38100">
            <a:noFill/>
          </a:ln>
        </p:spPr>
        <p:txBody>
          <a:bodyPr lIns="288000" tIns="180000" rIns="288000" bIns="180000" anchor="ctr" anchorCtr="0">
            <a:normAutofit/>
          </a:bodyPr>
          <a:lstStyle>
            <a:lvl1pPr marL="0" indent="0" algn="ctr">
              <a:lnSpc>
                <a:spcPct val="100000"/>
              </a:lnSpc>
              <a:spcBef>
                <a:spcPts val="0"/>
              </a:spcBef>
              <a:buNone/>
              <a:defRPr sz="5000" cap="all" spc="0" baseline="0">
                <a:solidFill>
                  <a:schemeClr val="bg1"/>
                </a:solidFill>
                <a:latin typeface="+mj-lt"/>
              </a:defRPr>
            </a:lvl1pPr>
            <a:lvl2pPr marL="914354" indent="0" algn="ctr">
              <a:buNone/>
              <a:defRPr sz="6600" cap="all" spc="600" baseline="0">
                <a:latin typeface="+mj-lt"/>
              </a:defRPr>
            </a:lvl2pPr>
            <a:lvl3pPr marL="1828709" indent="0" algn="ctr">
              <a:buNone/>
              <a:defRPr sz="6600" cap="all" spc="600" baseline="0">
                <a:latin typeface="+mj-lt"/>
              </a:defRPr>
            </a:lvl3pPr>
            <a:lvl4pPr marL="2743063" indent="0" algn="ctr">
              <a:buNone/>
              <a:defRPr sz="6600" cap="all" spc="600" baseline="0">
                <a:latin typeface="+mj-lt"/>
              </a:defRPr>
            </a:lvl4pPr>
            <a:lvl5pPr marL="3657417" indent="0" algn="ctr">
              <a:buNone/>
              <a:defRPr sz="6600" cap="all" spc="600" baseline="0">
                <a:latin typeface="+mj-lt"/>
              </a:defRPr>
            </a:lvl5pPr>
          </a:lstStyle>
          <a:p>
            <a:pPr lvl="0"/>
            <a:r>
              <a:rPr lang="en-US" dirty="0"/>
              <a:t>Discover our startup</a:t>
            </a:r>
            <a:endParaRPr lang="uk-UA" dirty="0"/>
          </a:p>
        </p:txBody>
      </p:sp>
    </p:spTree>
    <p:extLst>
      <p:ext uri="{BB962C8B-B14F-4D97-AF65-F5344CB8AC3E}">
        <p14:creationId xmlns:p14="http://schemas.microsoft.com/office/powerpoint/2010/main" val="5380994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ocations">
    <p:spTree>
      <p:nvGrpSpPr>
        <p:cNvPr id="1" name=""/>
        <p:cNvGrpSpPr/>
        <p:nvPr/>
      </p:nvGrpSpPr>
      <p:grpSpPr>
        <a:xfrm>
          <a:off x="0" y="0"/>
          <a:ext cx="0" cy="0"/>
          <a:chOff x="0" y="0"/>
          <a:chExt cx="0" cy="0"/>
        </a:xfrm>
      </p:grpSpPr>
      <p:sp>
        <p:nvSpPr>
          <p:cNvPr id="12" name="Picture Placeholder 6"/>
          <p:cNvSpPr>
            <a:spLocks noGrp="1"/>
          </p:cNvSpPr>
          <p:nvPr>
            <p:ph type="pic" sz="quarter" idx="22"/>
          </p:nvPr>
        </p:nvSpPr>
        <p:spPr>
          <a:xfrm>
            <a:off x="4090988" y="5582270"/>
            <a:ext cx="16200437" cy="7027230"/>
          </a:xfrm>
          <a:prstGeom prst="rect">
            <a:avLst/>
          </a:prstGeom>
          <a:pattFill prst="lgCheck">
            <a:fgClr>
              <a:schemeClr val="tx1"/>
            </a:fgClr>
            <a:bgClr>
              <a:schemeClr val="tx1">
                <a:lumMod val="75000"/>
              </a:schemeClr>
            </a:bgClr>
          </a:pattFill>
        </p:spPr>
        <p:txBody>
          <a:bodyPr tIns="360000"/>
          <a:lstStyle>
            <a:lvl1pPr marL="0" indent="0" algn="ctr">
              <a:buNone/>
              <a:defRPr sz="2800">
                <a:solidFill>
                  <a:schemeClr val="bg1"/>
                </a:solidFill>
              </a:defRPr>
            </a:lvl1pPr>
          </a:lstStyle>
          <a:p>
            <a:endParaRPr lang="uk-UA" dirty="0"/>
          </a:p>
        </p:txBody>
      </p:sp>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3" name="Text Placeholder 3"/>
          <p:cNvSpPr>
            <a:spLocks noGrp="1"/>
          </p:cNvSpPr>
          <p:nvPr>
            <p:ph type="body" sz="quarter" idx="23" hasCustomPrompt="1"/>
          </p:nvPr>
        </p:nvSpPr>
        <p:spPr>
          <a:xfrm>
            <a:off x="8950325" y="7660723"/>
            <a:ext cx="2305219" cy="570720"/>
          </a:xfrm>
          <a:prstGeom prst="rect">
            <a:avLst/>
          </a:prstGeom>
          <a:solidFill>
            <a:schemeClr val="bg1"/>
          </a:solidFill>
          <a:ln w="25400">
            <a:noFill/>
          </a:ln>
        </p:spPr>
        <p:txBody>
          <a:bodyPr wrap="none" lIns="108000" tIns="108000" rIns="108000" bIns="0" anchor="ctr" anchorCtr="0">
            <a:spAutoFit/>
          </a:bodyPr>
          <a:lstStyle>
            <a:lvl1pPr marL="0" indent="0" algn="l">
              <a:lnSpc>
                <a:spcPts val="3600"/>
              </a:lnSpc>
              <a:spcBef>
                <a:spcPts val="0"/>
              </a:spcBef>
              <a:buNone/>
              <a:defRPr sz="3600" cap="none"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New York</a:t>
            </a:r>
          </a:p>
        </p:txBody>
      </p:sp>
      <p:sp>
        <p:nvSpPr>
          <p:cNvPr id="14" name="Text Placeholder 3"/>
          <p:cNvSpPr>
            <a:spLocks noGrp="1"/>
          </p:cNvSpPr>
          <p:nvPr>
            <p:ph type="body" sz="quarter" idx="24" hasCustomPrompt="1"/>
          </p:nvPr>
        </p:nvSpPr>
        <p:spPr>
          <a:xfrm>
            <a:off x="13785056" y="8382094"/>
            <a:ext cx="1359447" cy="570720"/>
          </a:xfrm>
          <a:prstGeom prst="rect">
            <a:avLst/>
          </a:prstGeom>
          <a:solidFill>
            <a:schemeClr val="bg1"/>
          </a:solidFill>
          <a:ln w="25400">
            <a:noFill/>
          </a:ln>
        </p:spPr>
        <p:txBody>
          <a:bodyPr wrap="none" lIns="108000" tIns="108000" rIns="108000" bIns="0" anchor="ctr" anchorCtr="0">
            <a:spAutoFit/>
          </a:bodyPr>
          <a:lstStyle>
            <a:lvl1pPr marL="0" indent="0" algn="l">
              <a:lnSpc>
                <a:spcPts val="3600"/>
              </a:lnSpc>
              <a:spcBef>
                <a:spcPts val="0"/>
              </a:spcBef>
              <a:buNone/>
              <a:defRPr sz="3600" cap="none"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Milan</a:t>
            </a:r>
          </a:p>
        </p:txBody>
      </p:sp>
      <p:sp>
        <p:nvSpPr>
          <p:cNvPr id="15" name="Text Placeholder 3"/>
          <p:cNvSpPr>
            <a:spLocks noGrp="1"/>
          </p:cNvSpPr>
          <p:nvPr>
            <p:ph type="body" sz="quarter" idx="25" hasCustomPrompt="1"/>
          </p:nvPr>
        </p:nvSpPr>
        <p:spPr>
          <a:xfrm>
            <a:off x="9335294" y="10279775"/>
            <a:ext cx="1785846" cy="570720"/>
          </a:xfrm>
          <a:prstGeom prst="rect">
            <a:avLst/>
          </a:prstGeom>
          <a:solidFill>
            <a:schemeClr val="bg1"/>
          </a:solidFill>
          <a:ln w="25400">
            <a:noFill/>
          </a:ln>
        </p:spPr>
        <p:txBody>
          <a:bodyPr wrap="none" lIns="108000" tIns="108000" rIns="108000" bIns="0" anchor="ctr" anchorCtr="0">
            <a:spAutoFit/>
          </a:bodyPr>
          <a:lstStyle>
            <a:lvl1pPr marL="0" indent="0" algn="l">
              <a:lnSpc>
                <a:spcPts val="3600"/>
              </a:lnSpc>
              <a:spcBef>
                <a:spcPts val="0"/>
              </a:spcBef>
              <a:buNone/>
              <a:defRPr sz="3600" cap="none"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Brasilia</a:t>
            </a:r>
          </a:p>
        </p:txBody>
      </p:sp>
      <p:sp>
        <p:nvSpPr>
          <p:cNvPr id="16" name="Text Placeholder 3"/>
          <p:cNvSpPr>
            <a:spLocks noGrp="1"/>
          </p:cNvSpPr>
          <p:nvPr>
            <p:ph type="body" sz="quarter" idx="28" hasCustomPrompt="1"/>
          </p:nvPr>
        </p:nvSpPr>
        <p:spPr>
          <a:xfrm>
            <a:off x="17591088" y="8660525"/>
            <a:ext cx="1784244" cy="570720"/>
          </a:xfrm>
          <a:prstGeom prst="rect">
            <a:avLst/>
          </a:prstGeom>
          <a:solidFill>
            <a:schemeClr val="bg1"/>
          </a:solidFill>
          <a:ln w="25400">
            <a:noFill/>
          </a:ln>
        </p:spPr>
        <p:txBody>
          <a:bodyPr wrap="none" lIns="108000" tIns="108000" rIns="108000" bIns="0" anchor="ctr" anchorCtr="0">
            <a:spAutoFit/>
          </a:bodyPr>
          <a:lstStyle>
            <a:lvl1pPr marL="0" indent="0" algn="l">
              <a:lnSpc>
                <a:spcPts val="3600"/>
              </a:lnSpc>
              <a:spcBef>
                <a:spcPts val="0"/>
              </a:spcBef>
              <a:buNone/>
              <a:defRPr sz="3600" cap="none"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Taiwan</a:t>
            </a:r>
          </a:p>
        </p:txBody>
      </p:sp>
      <p:sp>
        <p:nvSpPr>
          <p:cNvPr id="11" name="Text Placeholder 4"/>
          <p:cNvSpPr>
            <a:spLocks noGrp="1"/>
          </p:cNvSpPr>
          <p:nvPr>
            <p:ph type="body" sz="quarter" idx="11" hasCustomPrompt="1"/>
          </p:nvPr>
        </p:nvSpPr>
        <p:spPr>
          <a:xfrm>
            <a:off x="4090988" y="3564457"/>
            <a:ext cx="16200438"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Our branches</a:t>
            </a:r>
            <a:endParaRPr lang="uk-UA" dirty="0"/>
          </a:p>
        </p:txBody>
      </p:sp>
    </p:spTree>
    <p:extLst>
      <p:ext uri="{BB962C8B-B14F-4D97-AF65-F5344CB8AC3E}">
        <p14:creationId xmlns:p14="http://schemas.microsoft.com/office/powerpoint/2010/main" val="41583888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llow u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0" name="Text Placeholder"/>
          <p:cNvSpPr>
            <a:spLocks noGrp="1"/>
          </p:cNvSpPr>
          <p:nvPr>
            <p:ph type="body" sz="quarter" idx="28" hasCustomPrompt="1"/>
          </p:nvPr>
        </p:nvSpPr>
        <p:spPr>
          <a:xfrm>
            <a:off x="5359111" y="5974664"/>
            <a:ext cx="2880000" cy="2880000"/>
          </a:xfrm>
          <a:prstGeom prst="rect">
            <a:avLst/>
          </a:prstGeom>
          <a:solidFill>
            <a:schemeClr val="accent1"/>
          </a:solidFill>
        </p:spPr>
        <p:txBody>
          <a:bodyPr wrap="square" lIns="0" tIns="0" rIns="0" bIns="0" anchor="ctr" anchorCtr="0">
            <a:normAutofit/>
          </a:bodyPr>
          <a:lstStyle>
            <a:lvl1pPr marL="0" indent="0" algn="ctr">
              <a:lnSpc>
                <a:spcPct val="150000"/>
              </a:lnSpc>
              <a:spcBef>
                <a:spcPts val="0"/>
              </a:spcBef>
              <a:buNone/>
              <a:defRPr sz="12000">
                <a:solidFill>
                  <a:schemeClr val="bg1"/>
                </a:solidFill>
                <a:latin typeface="Font Awesome 5 Brands Regular" panose="02000503000000000000" pitchFamily="2"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17" name="Text Placeholder 3"/>
          <p:cNvSpPr>
            <a:spLocks noGrp="1"/>
          </p:cNvSpPr>
          <p:nvPr>
            <p:ph type="body" sz="quarter" idx="29" hasCustomPrompt="1"/>
          </p:nvPr>
        </p:nvSpPr>
        <p:spPr>
          <a:xfrm>
            <a:off x="5170489" y="9177217"/>
            <a:ext cx="3240086" cy="564257"/>
          </a:xfrm>
          <a:prstGeom prst="rect">
            <a:avLst/>
          </a:prstGeom>
          <a:noFill/>
          <a:ln w="25400">
            <a:noFill/>
          </a:ln>
        </p:spPr>
        <p:txBody>
          <a:bodyPr wrap="square" lIns="0" tIns="0" rIns="0" bIns="0">
            <a:spAutoFit/>
          </a:bodyPr>
          <a:lstStyle>
            <a:lvl1pPr marL="0" indent="0" algn="ctr">
              <a:lnSpc>
                <a:spcPts val="44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Facebook</a:t>
            </a:r>
          </a:p>
        </p:txBody>
      </p:sp>
      <p:sp>
        <p:nvSpPr>
          <p:cNvPr id="18" name="Text Placeholder 3"/>
          <p:cNvSpPr>
            <a:spLocks noGrp="1"/>
          </p:cNvSpPr>
          <p:nvPr>
            <p:ph type="body" sz="quarter" idx="30" hasCustomPrompt="1"/>
          </p:nvPr>
        </p:nvSpPr>
        <p:spPr>
          <a:xfrm>
            <a:off x="10571163" y="9177217"/>
            <a:ext cx="3240087" cy="564257"/>
          </a:xfrm>
          <a:prstGeom prst="rect">
            <a:avLst/>
          </a:prstGeom>
          <a:noFill/>
          <a:ln w="25400">
            <a:noFill/>
          </a:ln>
        </p:spPr>
        <p:txBody>
          <a:bodyPr wrap="square" lIns="0" tIns="0" rIns="0" bIns="0">
            <a:spAutoFit/>
          </a:bodyPr>
          <a:lstStyle>
            <a:lvl1pPr marL="0" indent="0" algn="ctr">
              <a:lnSpc>
                <a:spcPts val="44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Instagram</a:t>
            </a:r>
          </a:p>
        </p:txBody>
      </p:sp>
      <p:sp>
        <p:nvSpPr>
          <p:cNvPr id="19" name="Text Placeholder 3"/>
          <p:cNvSpPr>
            <a:spLocks noGrp="1"/>
          </p:cNvSpPr>
          <p:nvPr>
            <p:ph type="body" sz="quarter" idx="31" hasCustomPrompt="1"/>
          </p:nvPr>
        </p:nvSpPr>
        <p:spPr>
          <a:xfrm>
            <a:off x="15971838" y="9177217"/>
            <a:ext cx="3240087" cy="564257"/>
          </a:xfrm>
          <a:prstGeom prst="rect">
            <a:avLst/>
          </a:prstGeom>
          <a:noFill/>
          <a:ln w="25400">
            <a:noFill/>
          </a:ln>
        </p:spPr>
        <p:txBody>
          <a:bodyPr wrap="square" lIns="0" tIns="0" rIns="0" bIns="0">
            <a:spAutoFit/>
          </a:bodyPr>
          <a:lstStyle>
            <a:lvl1pPr marL="0" indent="0" algn="ctr">
              <a:lnSpc>
                <a:spcPts val="4400"/>
              </a:lnSpc>
              <a:spcBef>
                <a:spcPts val="0"/>
              </a:spcBef>
              <a:buNone/>
              <a:defRPr sz="3600" cap="none" spc="0" baseline="0">
                <a:solidFill>
                  <a:schemeClr val="tx1"/>
                </a:solidFill>
                <a:latin typeface="+mn-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Twitter</a:t>
            </a:r>
          </a:p>
        </p:txBody>
      </p:sp>
      <p:sp>
        <p:nvSpPr>
          <p:cNvPr id="20" name="Text Placeholder"/>
          <p:cNvSpPr>
            <a:spLocks noGrp="1"/>
          </p:cNvSpPr>
          <p:nvPr>
            <p:ph type="body" sz="quarter" idx="32" hasCustomPrompt="1"/>
          </p:nvPr>
        </p:nvSpPr>
        <p:spPr>
          <a:xfrm>
            <a:off x="10749766" y="5974664"/>
            <a:ext cx="2880000" cy="2880000"/>
          </a:xfrm>
          <a:prstGeom prst="rect">
            <a:avLst/>
          </a:prstGeom>
          <a:solidFill>
            <a:schemeClr val="accent1"/>
          </a:solidFill>
        </p:spPr>
        <p:txBody>
          <a:bodyPr wrap="square" lIns="0" tIns="0" rIns="0" bIns="0" anchor="ctr" anchorCtr="0">
            <a:normAutofit/>
          </a:bodyPr>
          <a:lstStyle>
            <a:lvl1pPr marL="0" indent="0" algn="ctr">
              <a:lnSpc>
                <a:spcPct val="150000"/>
              </a:lnSpc>
              <a:spcBef>
                <a:spcPts val="0"/>
              </a:spcBef>
              <a:buNone/>
              <a:defRPr sz="12000">
                <a:solidFill>
                  <a:schemeClr val="bg1"/>
                </a:solidFill>
                <a:latin typeface="Font Awesome 5 Brands Regular" panose="02000503000000000000" pitchFamily="2"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21" name="Text Placeholder"/>
          <p:cNvSpPr>
            <a:spLocks noGrp="1"/>
          </p:cNvSpPr>
          <p:nvPr>
            <p:ph type="body" sz="quarter" idx="33" hasCustomPrompt="1"/>
          </p:nvPr>
        </p:nvSpPr>
        <p:spPr>
          <a:xfrm>
            <a:off x="16132456" y="5974664"/>
            <a:ext cx="2880000" cy="2880000"/>
          </a:xfrm>
          <a:prstGeom prst="rect">
            <a:avLst/>
          </a:prstGeom>
          <a:solidFill>
            <a:schemeClr val="accent1"/>
          </a:solidFill>
        </p:spPr>
        <p:txBody>
          <a:bodyPr wrap="square" lIns="0" tIns="0" rIns="0" bIns="0" anchor="ctr" anchorCtr="0">
            <a:normAutofit/>
          </a:bodyPr>
          <a:lstStyle>
            <a:lvl1pPr marL="0" indent="0" algn="ctr">
              <a:lnSpc>
                <a:spcPct val="150000"/>
              </a:lnSpc>
              <a:spcBef>
                <a:spcPts val="0"/>
              </a:spcBef>
              <a:buNone/>
              <a:defRPr sz="12000">
                <a:solidFill>
                  <a:schemeClr val="bg1"/>
                </a:solidFill>
                <a:latin typeface="Font Awesome 5 Brands Regular" panose="02000503000000000000" pitchFamily="2" charset="2"/>
              </a:defRPr>
            </a:lvl1pPr>
            <a:lvl2pPr marL="914354" indent="0">
              <a:buNone/>
              <a:defRPr sz="3200">
                <a:solidFill>
                  <a:schemeClr val="tx2"/>
                </a:solidFill>
                <a:latin typeface="Josefin Sans" panose="00000500000000000000" pitchFamily="2" charset="0"/>
              </a:defRPr>
            </a:lvl2pPr>
            <a:lvl3pPr marL="1828709" indent="0">
              <a:buNone/>
              <a:defRPr sz="3200">
                <a:solidFill>
                  <a:schemeClr val="tx2"/>
                </a:solidFill>
                <a:latin typeface="Josefin Sans" panose="00000500000000000000" pitchFamily="2" charset="0"/>
              </a:defRPr>
            </a:lvl3pPr>
            <a:lvl4pPr marL="2743063" indent="0">
              <a:buNone/>
              <a:defRPr sz="3200">
                <a:solidFill>
                  <a:schemeClr val="tx2"/>
                </a:solidFill>
                <a:latin typeface="Josefin Sans" panose="00000500000000000000" pitchFamily="2" charset="0"/>
              </a:defRPr>
            </a:lvl4pPr>
            <a:lvl5pPr marL="3657417" indent="0">
              <a:buNone/>
              <a:defRPr sz="3200">
                <a:solidFill>
                  <a:schemeClr val="tx2"/>
                </a:solidFill>
                <a:latin typeface="Josefin Sans" panose="00000500000000000000" pitchFamily="2" charset="0"/>
              </a:defRPr>
            </a:lvl5pPr>
          </a:lstStyle>
          <a:p>
            <a:pPr lvl="0"/>
            <a:r>
              <a:rPr lang="en-US" dirty="0"/>
              <a:t></a:t>
            </a:r>
          </a:p>
        </p:txBody>
      </p:sp>
      <p:sp>
        <p:nvSpPr>
          <p:cNvPr id="11" name="Text Placeholder 4"/>
          <p:cNvSpPr>
            <a:spLocks noGrp="1"/>
          </p:cNvSpPr>
          <p:nvPr>
            <p:ph type="body" sz="quarter" idx="11" hasCustomPrompt="1"/>
          </p:nvPr>
        </p:nvSpPr>
        <p:spPr>
          <a:xfrm>
            <a:off x="5170488" y="3564457"/>
            <a:ext cx="14041437"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Follow us</a:t>
            </a:r>
            <a:endParaRPr lang="uk-UA" dirty="0"/>
          </a:p>
        </p:txBody>
      </p:sp>
    </p:spTree>
    <p:extLst>
      <p:ext uri="{BB962C8B-B14F-4D97-AF65-F5344CB8AC3E}">
        <p14:creationId xmlns:p14="http://schemas.microsoft.com/office/powerpoint/2010/main" val="29979549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sp>
        <p:nvSpPr>
          <p:cNvPr id="7" name="Picture Placeholder 2"/>
          <p:cNvSpPr>
            <a:spLocks noGrp="1"/>
          </p:cNvSpPr>
          <p:nvPr>
            <p:ph type="pic" sz="quarter" idx="10"/>
          </p:nvPr>
        </p:nvSpPr>
        <p:spPr>
          <a:xfrm>
            <a:off x="1414096" y="1120409"/>
            <a:ext cx="3888000" cy="1152000"/>
          </a:xfrm>
          <a:prstGeom prst="rect">
            <a:avLst/>
          </a:prstGeom>
        </p:spPr>
        <p:txBody>
          <a:bodyPr anchor="ctr"/>
          <a:lstStyle>
            <a:lvl1pPr marL="0" indent="0" algn="ctr">
              <a:buNone/>
              <a:defRPr sz="2800">
                <a:latin typeface="+mn-lt"/>
              </a:defRPr>
            </a:lvl1pPr>
          </a:lstStyle>
          <a:p>
            <a:endParaRPr lang="uk-UA"/>
          </a:p>
        </p:txBody>
      </p:sp>
      <p:sp>
        <p:nvSpPr>
          <p:cNvPr id="2" name="Slide Number Placeholder 1"/>
          <p:cNvSpPr>
            <a:spLocks noGrp="1"/>
          </p:cNvSpPr>
          <p:nvPr>
            <p:ph type="sldNum" sz="quarter" idx="15"/>
          </p:nvPr>
        </p:nvSpPr>
        <p:spPr/>
        <p:txBody>
          <a:bodyPr/>
          <a:lstStyle/>
          <a:p>
            <a:fld id="{DFA0CEC9-44A1-428F-AFF8-06F9E9DC5823}" type="slidenum">
              <a:rPr lang="uk-UA" smtClean="0"/>
              <a:pPr/>
              <a:t>‹#›</a:t>
            </a:fld>
            <a:endParaRPr lang="uk-UA"/>
          </a:p>
        </p:txBody>
      </p:sp>
      <p:sp>
        <p:nvSpPr>
          <p:cNvPr id="11" name="Text Placeholder 4"/>
          <p:cNvSpPr>
            <a:spLocks noGrp="1"/>
          </p:cNvSpPr>
          <p:nvPr>
            <p:ph type="body" sz="quarter" idx="11" hasCustomPrompt="1"/>
          </p:nvPr>
        </p:nvSpPr>
        <p:spPr>
          <a:xfrm>
            <a:off x="5170488" y="3564457"/>
            <a:ext cx="14041437" cy="1551707"/>
          </a:xfrm>
          <a:prstGeom prst="rect">
            <a:avLst/>
          </a:prstGeom>
        </p:spPr>
        <p:txBody>
          <a:bodyPr wrap="square" lIns="0" tIns="0" rIns="0" bIns="0">
            <a:spAutoFit/>
          </a:bodyPr>
          <a:lstStyle>
            <a:lvl1pPr marL="0" indent="0" algn="ctr">
              <a:lnSpc>
                <a:spcPts val="12100"/>
              </a:lnSpc>
              <a:spcBef>
                <a:spcPts val="0"/>
              </a:spcBef>
              <a:buNone/>
              <a:defRPr sz="10100" cap="all" baseline="0">
                <a:solidFill>
                  <a:schemeClr val="accent1"/>
                </a:solidFill>
                <a:latin typeface="+mj-lt"/>
              </a:defRPr>
            </a:lvl1pPr>
          </a:lstStyle>
          <a:p>
            <a:pPr lvl="0"/>
            <a:r>
              <a:rPr lang="en-US" dirty="0"/>
              <a:t>Thank you</a:t>
            </a:r>
            <a:endParaRPr lang="uk-UA" dirty="0"/>
          </a:p>
        </p:txBody>
      </p:sp>
      <p:sp>
        <p:nvSpPr>
          <p:cNvPr id="12" name="Text Placeholder 3"/>
          <p:cNvSpPr>
            <a:spLocks noGrp="1"/>
          </p:cNvSpPr>
          <p:nvPr>
            <p:ph type="body" sz="quarter" idx="20" hasCustomPrompt="1"/>
          </p:nvPr>
        </p:nvSpPr>
        <p:spPr>
          <a:xfrm>
            <a:off x="18548668" y="1128415"/>
            <a:ext cx="4443096" cy="860369"/>
          </a:xfrm>
          <a:prstGeom prst="rect">
            <a:avLst/>
          </a:prstGeom>
          <a:solidFill>
            <a:schemeClr val="accent1"/>
          </a:solidFill>
          <a:ln w="38100">
            <a:noFill/>
          </a:ln>
        </p:spPr>
        <p:txBody>
          <a:bodyPr wrap="none" lIns="720000" tIns="252000" rIns="648000" bIns="216000" anchor="t" anchorCtr="0">
            <a:spAutoFit/>
          </a:bodyPr>
          <a:lstStyle>
            <a:lvl1pPr marL="0" indent="0" algn="r">
              <a:buNone/>
              <a:defRPr sz="2800" cap="all" spc="600" baseline="0">
                <a:solidFill>
                  <a:schemeClr val="tx1"/>
                </a:solidFill>
              </a:defRPr>
            </a:lvl1pPr>
          </a:lstStyle>
          <a:p>
            <a:pPr lvl="0"/>
            <a:r>
              <a:rPr lang="en-US" dirty="0"/>
              <a:t>Contact us</a:t>
            </a:r>
            <a:endParaRPr lang="uk-UA" dirty="0"/>
          </a:p>
        </p:txBody>
      </p:sp>
      <p:sp>
        <p:nvSpPr>
          <p:cNvPr id="13" name="Text Placeholder 3"/>
          <p:cNvSpPr>
            <a:spLocks noGrp="1"/>
          </p:cNvSpPr>
          <p:nvPr>
            <p:ph type="body" sz="quarter" idx="16" hasCustomPrompt="1"/>
          </p:nvPr>
        </p:nvSpPr>
        <p:spPr>
          <a:xfrm>
            <a:off x="5178657" y="6957536"/>
            <a:ext cx="6475914" cy="615553"/>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123 Street, City, State 45678</a:t>
            </a:r>
          </a:p>
        </p:txBody>
      </p:sp>
      <p:sp>
        <p:nvSpPr>
          <p:cNvPr id="14" name="Text Placeholder 3"/>
          <p:cNvSpPr>
            <a:spLocks noGrp="1"/>
          </p:cNvSpPr>
          <p:nvPr>
            <p:ph type="body" sz="quarter" idx="31" hasCustomPrompt="1"/>
          </p:nvPr>
        </p:nvSpPr>
        <p:spPr>
          <a:xfrm>
            <a:off x="5178656" y="5834785"/>
            <a:ext cx="6472007" cy="704039"/>
          </a:xfrm>
          <a:prstGeom prst="rect">
            <a:avLst/>
          </a:prstGeom>
          <a:noFill/>
          <a:ln w="25400">
            <a:noFill/>
          </a:ln>
        </p:spPr>
        <p:txBody>
          <a:bodyPr wrap="square" lIns="0" tIns="0" rIns="0" bIns="0">
            <a:spAutoFit/>
          </a:bodyPr>
          <a:lstStyle>
            <a:lvl1pPr marL="0" indent="0" algn="l">
              <a:lnSpc>
                <a:spcPts val="5400"/>
              </a:lnSpc>
              <a:spcBef>
                <a:spcPts val="0"/>
              </a:spcBef>
              <a:buNone/>
              <a:defRPr sz="40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Address</a:t>
            </a:r>
          </a:p>
        </p:txBody>
      </p:sp>
      <p:sp>
        <p:nvSpPr>
          <p:cNvPr id="15" name="Text Placeholder 3"/>
          <p:cNvSpPr>
            <a:spLocks noGrp="1"/>
          </p:cNvSpPr>
          <p:nvPr>
            <p:ph type="body" sz="quarter" idx="32" hasCustomPrompt="1"/>
          </p:nvPr>
        </p:nvSpPr>
        <p:spPr>
          <a:xfrm>
            <a:off x="5178657" y="9923661"/>
            <a:ext cx="6475914" cy="615553"/>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www.companyname.com</a:t>
            </a:r>
          </a:p>
        </p:txBody>
      </p:sp>
      <p:sp>
        <p:nvSpPr>
          <p:cNvPr id="16" name="Text Placeholder 3"/>
          <p:cNvSpPr>
            <a:spLocks noGrp="1"/>
          </p:cNvSpPr>
          <p:nvPr>
            <p:ph type="body" sz="quarter" idx="33" hasCustomPrompt="1"/>
          </p:nvPr>
        </p:nvSpPr>
        <p:spPr>
          <a:xfrm>
            <a:off x="5178657" y="8800910"/>
            <a:ext cx="6475914" cy="704039"/>
          </a:xfrm>
          <a:prstGeom prst="rect">
            <a:avLst/>
          </a:prstGeom>
          <a:noFill/>
          <a:ln w="25400">
            <a:noFill/>
          </a:ln>
        </p:spPr>
        <p:txBody>
          <a:bodyPr wrap="square" lIns="0" tIns="0" rIns="0" bIns="0">
            <a:spAutoFit/>
          </a:bodyPr>
          <a:lstStyle>
            <a:lvl1pPr marL="0" indent="0" algn="l">
              <a:lnSpc>
                <a:spcPts val="5400"/>
              </a:lnSpc>
              <a:spcBef>
                <a:spcPts val="0"/>
              </a:spcBef>
              <a:buNone/>
              <a:defRPr sz="40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Website</a:t>
            </a:r>
          </a:p>
        </p:txBody>
      </p:sp>
      <p:sp>
        <p:nvSpPr>
          <p:cNvPr id="22" name="Text Placeholder 3"/>
          <p:cNvSpPr>
            <a:spLocks noGrp="1"/>
          </p:cNvSpPr>
          <p:nvPr>
            <p:ph type="body" sz="quarter" idx="34" hasCustomPrompt="1"/>
          </p:nvPr>
        </p:nvSpPr>
        <p:spPr>
          <a:xfrm>
            <a:off x="12750799" y="6957536"/>
            <a:ext cx="6429376" cy="615553"/>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1234 56 7890</a:t>
            </a:r>
          </a:p>
        </p:txBody>
      </p:sp>
      <p:sp>
        <p:nvSpPr>
          <p:cNvPr id="23" name="Text Placeholder 3"/>
          <p:cNvSpPr>
            <a:spLocks noGrp="1"/>
          </p:cNvSpPr>
          <p:nvPr>
            <p:ph type="body" sz="quarter" idx="35" hasCustomPrompt="1"/>
          </p:nvPr>
        </p:nvSpPr>
        <p:spPr>
          <a:xfrm>
            <a:off x="12750799" y="5834785"/>
            <a:ext cx="6429376" cy="704039"/>
          </a:xfrm>
          <a:prstGeom prst="rect">
            <a:avLst/>
          </a:prstGeom>
          <a:noFill/>
          <a:ln w="25400">
            <a:noFill/>
          </a:ln>
        </p:spPr>
        <p:txBody>
          <a:bodyPr wrap="square" lIns="0" tIns="0" rIns="0" bIns="0">
            <a:spAutoFit/>
          </a:bodyPr>
          <a:lstStyle>
            <a:lvl1pPr marL="0" indent="0" algn="l">
              <a:lnSpc>
                <a:spcPts val="5400"/>
              </a:lnSpc>
              <a:spcBef>
                <a:spcPts val="0"/>
              </a:spcBef>
              <a:buNone/>
              <a:defRPr sz="40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Phone</a:t>
            </a:r>
          </a:p>
        </p:txBody>
      </p:sp>
      <p:sp>
        <p:nvSpPr>
          <p:cNvPr id="24" name="Text Placeholder 3"/>
          <p:cNvSpPr>
            <a:spLocks noGrp="1"/>
          </p:cNvSpPr>
          <p:nvPr>
            <p:ph type="body" sz="quarter" idx="36" hasCustomPrompt="1"/>
          </p:nvPr>
        </p:nvSpPr>
        <p:spPr>
          <a:xfrm>
            <a:off x="12750799" y="9923661"/>
            <a:ext cx="6429376" cy="615553"/>
          </a:xfrm>
          <a:prstGeom prst="rect">
            <a:avLst/>
          </a:prstGeom>
          <a:noFill/>
          <a:ln w="25400">
            <a:noFill/>
          </a:ln>
        </p:spPr>
        <p:txBody>
          <a:bodyPr wrap="square" lIns="0" tIns="0" rIns="0" bIns="0">
            <a:spAutoFit/>
          </a:bodyPr>
          <a:lstStyle>
            <a:lvl1pPr marL="0" indent="0" algn="l">
              <a:lnSpc>
                <a:spcPts val="4800"/>
              </a:lnSpc>
              <a:spcBef>
                <a:spcPts val="0"/>
              </a:spcBef>
              <a:buNone/>
              <a:defRPr sz="3600" cap="none" spc="0" baseline="0">
                <a:solidFill>
                  <a:schemeClr val="tx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mail@companyname.com</a:t>
            </a:r>
          </a:p>
        </p:txBody>
      </p:sp>
      <p:sp>
        <p:nvSpPr>
          <p:cNvPr id="25" name="Text Placeholder 3"/>
          <p:cNvSpPr>
            <a:spLocks noGrp="1"/>
          </p:cNvSpPr>
          <p:nvPr>
            <p:ph type="body" sz="quarter" idx="37" hasCustomPrompt="1"/>
          </p:nvPr>
        </p:nvSpPr>
        <p:spPr>
          <a:xfrm>
            <a:off x="12750799" y="8800910"/>
            <a:ext cx="6429376" cy="704039"/>
          </a:xfrm>
          <a:prstGeom prst="rect">
            <a:avLst/>
          </a:prstGeom>
          <a:noFill/>
          <a:ln w="25400">
            <a:noFill/>
          </a:ln>
        </p:spPr>
        <p:txBody>
          <a:bodyPr wrap="square" lIns="0" tIns="0" rIns="0" bIns="0">
            <a:spAutoFit/>
          </a:bodyPr>
          <a:lstStyle>
            <a:lvl1pPr marL="0" indent="0" algn="l">
              <a:lnSpc>
                <a:spcPts val="5400"/>
              </a:lnSpc>
              <a:spcBef>
                <a:spcPts val="0"/>
              </a:spcBef>
              <a:buNone/>
              <a:defRPr sz="4000" cap="all" spc="0" baseline="0">
                <a:solidFill>
                  <a:schemeClr val="accent1"/>
                </a:solidFill>
                <a:latin typeface="+mj-lt"/>
              </a:defRPr>
            </a:lvl1pPr>
            <a:lvl2pPr marL="914354" indent="0">
              <a:buNone/>
              <a:defRPr sz="11000">
                <a:latin typeface="+mj-lt"/>
              </a:defRPr>
            </a:lvl2pPr>
            <a:lvl3pPr marL="1828709" indent="0">
              <a:buNone/>
              <a:defRPr sz="11000">
                <a:latin typeface="+mj-lt"/>
              </a:defRPr>
            </a:lvl3pPr>
            <a:lvl4pPr marL="2743063" indent="0">
              <a:buNone/>
              <a:defRPr sz="11000">
                <a:latin typeface="+mj-lt"/>
              </a:defRPr>
            </a:lvl4pPr>
            <a:lvl5pPr marL="3657417" indent="0">
              <a:buNone/>
              <a:defRPr sz="11000">
                <a:latin typeface="+mj-lt"/>
              </a:defRPr>
            </a:lvl5pPr>
          </a:lstStyle>
          <a:p>
            <a:pPr lvl="0"/>
            <a:r>
              <a:rPr lang="en-US" dirty="0"/>
              <a:t>Email</a:t>
            </a:r>
          </a:p>
        </p:txBody>
      </p:sp>
    </p:spTree>
    <p:extLst>
      <p:ext uri="{BB962C8B-B14F-4D97-AF65-F5344CB8AC3E}">
        <p14:creationId xmlns:p14="http://schemas.microsoft.com/office/powerpoint/2010/main" val="42722694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2182667" y="11832590"/>
            <a:ext cx="792000" cy="792000"/>
          </a:xfrm>
          <a:prstGeom prst="rect">
            <a:avLst/>
          </a:prstGeom>
          <a:ln w="25400">
            <a:solidFill>
              <a:schemeClr val="tx1"/>
            </a:solidFill>
          </a:ln>
        </p:spPr>
        <p:txBody>
          <a:bodyPr vert="horz" lIns="0" tIns="0" rIns="0" bIns="0" rtlCol="0" anchor="ctr"/>
          <a:lstStyle>
            <a:lvl1pPr algn="ctr">
              <a:defRPr sz="2800">
                <a:solidFill>
                  <a:schemeClr val="accent1"/>
                </a:solidFill>
              </a:defRPr>
            </a:lvl1pPr>
          </a:lstStyle>
          <a:p>
            <a:fld id="{DFA0CEC9-44A1-428F-AFF8-06F9E9DC5823}" type="slidenum">
              <a:rPr lang="uk-UA" smtClean="0"/>
              <a:pPr/>
              <a:t>‹#›</a:t>
            </a:fld>
            <a:endParaRPr lang="uk-UA"/>
          </a:p>
        </p:txBody>
      </p:sp>
    </p:spTree>
    <p:extLst>
      <p:ext uri="{BB962C8B-B14F-4D97-AF65-F5344CB8AC3E}">
        <p14:creationId xmlns:p14="http://schemas.microsoft.com/office/powerpoint/2010/main" val="1551010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hdr="0" dt="0"/>
  <p:txStyles>
    <p:titleStyle>
      <a:lvl1pPr algn="l" defTabSz="1828709"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79">
          <p15:clr>
            <a:srgbClr val="F26B43"/>
          </p15:clr>
        </p15:guide>
        <p15:guide id="3" pos="876">
          <p15:clr>
            <a:srgbClr val="F26B43"/>
          </p15:clr>
        </p15:guide>
        <p15:guide id="4" pos="14483">
          <p15:clr>
            <a:srgbClr val="F26B43"/>
          </p15:clr>
        </p15:guide>
        <p15:guide id="5" orient="horz" pos="3980">
          <p15:clr>
            <a:srgbClr val="F26B43"/>
          </p15:clr>
        </p15:guide>
        <p15:guide id="6" orient="horz" pos="3640">
          <p15:clr>
            <a:srgbClr val="F26B43"/>
          </p15:clr>
        </p15:guide>
        <p15:guide id="7" orient="horz" pos="3299">
          <p15:clr>
            <a:srgbClr val="F26B43"/>
          </p15:clr>
        </p15:guide>
        <p15:guide id="8" orient="horz" pos="2959">
          <p15:clr>
            <a:srgbClr val="F26B43"/>
          </p15:clr>
        </p15:guide>
        <p15:guide id="9" orient="horz" pos="2619">
          <p15:clr>
            <a:srgbClr val="F26B43"/>
          </p15:clr>
        </p15:guide>
        <p15:guide id="10" orient="horz" pos="2279">
          <p15:clr>
            <a:srgbClr val="F26B43"/>
          </p15:clr>
        </p15:guide>
        <p15:guide id="11" orient="horz" pos="1939">
          <p15:clr>
            <a:srgbClr val="F26B43"/>
          </p15:clr>
        </p15:guide>
        <p15:guide id="12" orient="horz" pos="1598">
          <p15:clr>
            <a:srgbClr val="F26B43"/>
          </p15:clr>
        </p15:guide>
        <p15:guide id="13" orient="horz" pos="1258">
          <p15:clr>
            <a:srgbClr val="F26B43"/>
          </p15:clr>
        </p15:guide>
        <p15:guide id="14" orient="horz" pos="918">
          <p15:clr>
            <a:srgbClr val="F26B43"/>
          </p15:clr>
        </p15:guide>
        <p15:guide id="15" orient="horz" pos="691">
          <p15:clr>
            <a:srgbClr val="F26B43"/>
          </p15:clr>
        </p15:guide>
        <p15:guide id="16" orient="horz" pos="4660">
          <p15:clr>
            <a:srgbClr val="F26B43"/>
          </p15:clr>
        </p15:guide>
        <p15:guide id="17" orient="horz" pos="5000">
          <p15:clr>
            <a:srgbClr val="F26B43"/>
          </p15:clr>
        </p15:guide>
        <p15:guide id="18" orient="horz" pos="5341">
          <p15:clr>
            <a:srgbClr val="F26B43"/>
          </p15:clr>
        </p15:guide>
        <p15:guide id="19" orient="horz" pos="5681">
          <p15:clr>
            <a:srgbClr val="F26B43"/>
          </p15:clr>
        </p15:guide>
        <p15:guide id="20" orient="horz" pos="6021">
          <p15:clr>
            <a:srgbClr val="F26B43"/>
          </p15:clr>
        </p15:guide>
        <p15:guide id="21" orient="horz" pos="6361">
          <p15:clr>
            <a:srgbClr val="F26B43"/>
          </p15:clr>
        </p15:guide>
        <p15:guide id="22" orient="horz" pos="6701">
          <p15:clr>
            <a:srgbClr val="F26B43"/>
          </p15:clr>
        </p15:guide>
        <p15:guide id="23" orient="horz" pos="7042">
          <p15:clr>
            <a:srgbClr val="F26B43"/>
          </p15:clr>
        </p15:guide>
        <p15:guide id="24" orient="horz" pos="7382">
          <p15:clr>
            <a:srgbClr val="F26B43"/>
          </p15:clr>
        </p15:guide>
        <p15:guide id="25" orient="horz" pos="7722">
          <p15:clr>
            <a:srgbClr val="F26B43"/>
          </p15:clr>
        </p15:guide>
        <p15:guide id="26" orient="horz" pos="7949">
          <p15:clr>
            <a:srgbClr val="F26B43"/>
          </p15:clr>
        </p15:guide>
        <p15:guide id="27" pos="7339">
          <p15:clr>
            <a:srgbClr val="F26B43"/>
          </p15:clr>
        </p15:guide>
        <p15:guide id="28" pos="6999">
          <p15:clr>
            <a:srgbClr val="F26B43"/>
          </p15:clr>
        </p15:guide>
        <p15:guide id="29" pos="6659">
          <p15:clr>
            <a:srgbClr val="F26B43"/>
          </p15:clr>
        </p15:guide>
        <p15:guide id="30" pos="6319">
          <p15:clr>
            <a:srgbClr val="F26B43"/>
          </p15:clr>
        </p15:guide>
        <p15:guide id="31" pos="5979">
          <p15:clr>
            <a:srgbClr val="F26B43"/>
          </p15:clr>
        </p15:guide>
        <p15:guide id="32" pos="5638">
          <p15:clr>
            <a:srgbClr val="F26B43"/>
          </p15:clr>
        </p15:guide>
        <p15:guide id="33" pos="5298">
          <p15:clr>
            <a:srgbClr val="F26B43"/>
          </p15:clr>
        </p15:guide>
        <p15:guide id="34" pos="4958">
          <p15:clr>
            <a:srgbClr val="F26B43"/>
          </p15:clr>
        </p15:guide>
        <p15:guide id="35" pos="4618">
          <p15:clr>
            <a:srgbClr val="F26B43"/>
          </p15:clr>
        </p15:guide>
        <p15:guide id="36" pos="4278">
          <p15:clr>
            <a:srgbClr val="F26B43"/>
          </p15:clr>
        </p15:guide>
        <p15:guide id="37" pos="3937">
          <p15:clr>
            <a:srgbClr val="F26B43"/>
          </p15:clr>
        </p15:guide>
        <p15:guide id="38" pos="3597">
          <p15:clr>
            <a:srgbClr val="F26B43"/>
          </p15:clr>
        </p15:guide>
        <p15:guide id="39" pos="3257">
          <p15:clr>
            <a:srgbClr val="F26B43"/>
          </p15:clr>
        </p15:guide>
        <p15:guide id="40" pos="2917">
          <p15:clr>
            <a:srgbClr val="F26B43"/>
          </p15:clr>
        </p15:guide>
        <p15:guide id="41" pos="2577">
          <p15:clr>
            <a:srgbClr val="F26B43"/>
          </p15:clr>
        </p15:guide>
        <p15:guide id="42" pos="2236">
          <p15:clr>
            <a:srgbClr val="F26B43"/>
          </p15:clr>
        </p15:guide>
        <p15:guide id="43" pos="1896">
          <p15:clr>
            <a:srgbClr val="F26B43"/>
          </p15:clr>
        </p15:guide>
        <p15:guide id="44" pos="1556">
          <p15:clr>
            <a:srgbClr val="F26B43"/>
          </p15:clr>
        </p15:guide>
        <p15:guide id="45" pos="1216">
          <p15:clr>
            <a:srgbClr val="F26B43"/>
          </p15:clr>
        </p15:guide>
        <p15:guide id="46" pos="8020">
          <p15:clr>
            <a:srgbClr val="F26B43"/>
          </p15:clr>
        </p15:guide>
        <p15:guide id="47" pos="8360">
          <p15:clr>
            <a:srgbClr val="F26B43"/>
          </p15:clr>
        </p15:guide>
        <p15:guide id="48" pos="8700">
          <p15:clr>
            <a:srgbClr val="F26B43"/>
          </p15:clr>
        </p15:guide>
        <p15:guide id="49" pos="9040">
          <p15:clr>
            <a:srgbClr val="F26B43"/>
          </p15:clr>
        </p15:guide>
        <p15:guide id="50" pos="9380">
          <p15:clr>
            <a:srgbClr val="F26B43"/>
          </p15:clr>
        </p15:guide>
        <p15:guide id="51" pos="9721">
          <p15:clr>
            <a:srgbClr val="F26B43"/>
          </p15:clr>
        </p15:guide>
        <p15:guide id="52" pos="10061">
          <p15:clr>
            <a:srgbClr val="F26B43"/>
          </p15:clr>
        </p15:guide>
        <p15:guide id="53" pos="10401">
          <p15:clr>
            <a:srgbClr val="F26B43"/>
          </p15:clr>
        </p15:guide>
        <p15:guide id="54" pos="10741">
          <p15:clr>
            <a:srgbClr val="F26B43"/>
          </p15:clr>
        </p15:guide>
        <p15:guide id="55" pos="11081">
          <p15:clr>
            <a:srgbClr val="F26B43"/>
          </p15:clr>
        </p15:guide>
        <p15:guide id="56" pos="11422">
          <p15:clr>
            <a:srgbClr val="F26B43"/>
          </p15:clr>
        </p15:guide>
        <p15:guide id="57" pos="11762">
          <p15:clr>
            <a:srgbClr val="F26B43"/>
          </p15:clr>
        </p15:guide>
        <p15:guide id="58" pos="12102">
          <p15:clr>
            <a:srgbClr val="F26B43"/>
          </p15:clr>
        </p15:guide>
        <p15:guide id="59" pos="12442">
          <p15:clr>
            <a:srgbClr val="F26B43"/>
          </p15:clr>
        </p15:guide>
        <p15:guide id="60" pos="12782">
          <p15:clr>
            <a:srgbClr val="F26B43"/>
          </p15:clr>
        </p15:guide>
        <p15:guide id="61" pos="13123">
          <p15:clr>
            <a:srgbClr val="F26B43"/>
          </p15:clr>
        </p15:guide>
        <p15:guide id="62" pos="13463">
          <p15:clr>
            <a:srgbClr val="F26B43"/>
          </p15:clr>
        </p15:guide>
        <p15:guide id="63" pos="13803">
          <p15:clr>
            <a:srgbClr val="F26B43"/>
          </p15:clr>
        </p15:guide>
        <p15:guide id="64" pos="141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9" name="Text Placeholder 4628"/>
          <p:cNvSpPr>
            <a:spLocks noGrp="1"/>
          </p:cNvSpPr>
          <p:nvPr>
            <p:ph type="body" sz="quarter" idx="11"/>
          </p:nvPr>
        </p:nvSpPr>
        <p:spPr>
          <a:xfrm>
            <a:off x="650758" y="5826191"/>
            <a:ext cx="9703260" cy="2302553"/>
          </a:xfrm>
        </p:spPr>
        <p:txBody>
          <a:bodyPr/>
          <a:lstStyle/>
          <a:p>
            <a:r>
              <a:rPr lang="en-US" dirty="0"/>
              <a:t>Overview</a:t>
            </a:r>
            <a:endParaRPr lang="uk-UA" dirty="0"/>
          </a:p>
        </p:txBody>
      </p:sp>
      <p:cxnSp>
        <p:nvCxnSpPr>
          <p:cNvPr id="4638" name="Straight Connector 4637"/>
          <p:cNvCxnSpPr>
            <a:cxnSpLocks/>
          </p:cNvCxnSpPr>
          <p:nvPr/>
        </p:nvCxnSpPr>
        <p:spPr>
          <a:xfrm>
            <a:off x="738683" y="8128744"/>
            <a:ext cx="11675219" cy="0"/>
          </a:xfrm>
          <a:prstGeom prst="line">
            <a:avLst/>
          </a:prstGeom>
          <a:ln w="73025">
            <a:gradFill flip="none" rotWithShape="1">
              <a:gsLst>
                <a:gs pos="0">
                  <a:schemeClr val="tx1">
                    <a:lumMod val="100000"/>
                  </a:schemeClr>
                </a:gs>
                <a:gs pos="95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6" name="Picture Placeholder 15">
            <a:extLst>
              <a:ext uri="{FF2B5EF4-FFF2-40B4-BE49-F238E27FC236}">
                <a16:creationId xmlns:a16="http://schemas.microsoft.com/office/drawing/2014/main" id="{59920266-D039-907E-D7FA-89ACE2E0CEC6}"/>
              </a:ext>
            </a:extLst>
          </p:cNvPr>
          <p:cNvPicPr>
            <a:picLocks noGrp="1" noChangeAspect="1"/>
          </p:cNvPicPr>
          <p:nvPr>
            <p:ph type="pic" sz="quarter" idx="29"/>
          </p:nvPr>
        </p:nvPicPr>
        <p:blipFill>
          <a:blip r:embed="rId3">
            <a:extLst>
              <a:ext uri="{28A0092B-C50C-407E-A947-70E740481C1C}">
                <a14:useLocalDpi xmlns:a14="http://schemas.microsoft.com/office/drawing/2010/main" val="0"/>
              </a:ext>
            </a:extLst>
          </a:blip>
          <a:srcRect l="13010" r="13219"/>
          <a:stretch/>
        </p:blipFill>
        <p:spPr>
          <a:xfrm>
            <a:off x="11303014" y="0"/>
            <a:ext cx="13104432" cy="13716000"/>
          </a:xfrm>
        </p:spPr>
      </p:pic>
    </p:spTree>
    <p:extLst>
      <p:ext uri="{BB962C8B-B14F-4D97-AF65-F5344CB8AC3E}">
        <p14:creationId xmlns:p14="http://schemas.microsoft.com/office/powerpoint/2010/main" val="17869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4629"/>
                                        </p:tgtEl>
                                        <p:attrNameLst>
                                          <p:attrName>style.visibility</p:attrName>
                                        </p:attrNameLst>
                                      </p:cBhvr>
                                      <p:to>
                                        <p:strVal val="visible"/>
                                      </p:to>
                                    </p:set>
                                    <p:anim calcmode="lin" valueType="num">
                                      <p:cBhvr additive="base">
                                        <p:cTn id="7" dur="500" fill="hold"/>
                                        <p:tgtEl>
                                          <p:spTgt spid="4629"/>
                                        </p:tgtEl>
                                        <p:attrNameLst>
                                          <p:attrName>ppt_x</p:attrName>
                                        </p:attrNameLst>
                                      </p:cBhvr>
                                      <p:tavLst>
                                        <p:tav tm="0">
                                          <p:val>
                                            <p:strVal val="0-#ppt_w/2"/>
                                          </p:val>
                                        </p:tav>
                                        <p:tav tm="100000">
                                          <p:val>
                                            <p:strVal val="#ppt_x"/>
                                          </p:val>
                                        </p:tav>
                                      </p:tavLst>
                                    </p:anim>
                                    <p:anim calcmode="lin" valueType="num">
                                      <p:cBhvr additive="base">
                                        <p:cTn id="8" dur="500" fill="hold"/>
                                        <p:tgtEl>
                                          <p:spTgt spid="462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4638"/>
                                        </p:tgtEl>
                                        <p:attrNameLst>
                                          <p:attrName>style.visibility</p:attrName>
                                        </p:attrNameLst>
                                      </p:cBhvr>
                                      <p:to>
                                        <p:strVal val="visible"/>
                                      </p:to>
                                    </p:set>
                                    <p:animEffect transition="in" filter="wipe(left)">
                                      <p:cBhvr>
                                        <p:cTn id="11" dur="500"/>
                                        <p:tgtEl>
                                          <p:spTgt spid="4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3625165" y="4660047"/>
            <a:ext cx="16200437" cy="1551707"/>
          </a:xfrm>
        </p:spPr>
        <p:txBody>
          <a:bodyPr/>
          <a:lstStyle/>
          <a:p>
            <a:r>
              <a:rPr lang="en-US" dirty="0"/>
              <a:t>What is </a:t>
            </a:r>
            <a:r>
              <a:rPr lang="en-US" dirty="0" err="1"/>
              <a:t>sql</a:t>
            </a:r>
            <a:r>
              <a:rPr lang="en-US" dirty="0"/>
              <a:t>?</a:t>
            </a:r>
            <a:endParaRPr lang="uk-UA" dirty="0"/>
          </a:p>
        </p:txBody>
      </p:sp>
      <p:sp>
        <p:nvSpPr>
          <p:cNvPr id="5" name="Text Placeholder 4"/>
          <p:cNvSpPr>
            <a:spLocks noGrp="1"/>
          </p:cNvSpPr>
          <p:nvPr>
            <p:ph type="body" sz="quarter" idx="13"/>
          </p:nvPr>
        </p:nvSpPr>
        <p:spPr>
          <a:xfrm>
            <a:off x="3590656" y="7023200"/>
            <a:ext cx="17854612" cy="2446824"/>
          </a:xfrm>
        </p:spPr>
        <p:txBody>
          <a:bodyPr/>
          <a:lstStyle/>
          <a:p>
            <a:r>
              <a:rPr lang="en-US" dirty="0"/>
              <a:t>SQL (Structured Query Language) is a special language used to talk to databases.</a:t>
            </a:r>
          </a:p>
          <a:p>
            <a:r>
              <a:rPr lang="en-US" dirty="0"/>
              <a:t>Imagine a database like a giant spreadsheet with lots of tables full of information like customers, orders, or products. SQL is the way we ask questions, add new info, update things, or delete stuff from those tables.</a:t>
            </a:r>
          </a:p>
        </p:txBody>
      </p:sp>
      <p:cxnSp>
        <p:nvCxnSpPr>
          <p:cNvPr id="7" name="Straight Connector 6"/>
          <p:cNvCxnSpPr>
            <a:cxnSpLocks/>
          </p:cNvCxnSpPr>
          <p:nvPr/>
        </p:nvCxnSpPr>
        <p:spPr>
          <a:xfrm>
            <a:off x="7387070" y="6118775"/>
            <a:ext cx="8968614"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25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 presetClass="entr" presetSubtype="1" decel="10000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512268" y="4660047"/>
            <a:ext cx="8598153" cy="1552348"/>
          </a:xfrm>
        </p:spPr>
        <p:txBody>
          <a:bodyPr/>
          <a:lstStyle/>
          <a:p>
            <a:r>
              <a:rPr lang="en-US" dirty="0"/>
              <a:t>Focus</a:t>
            </a:r>
            <a:endParaRPr lang="uk-UA" dirty="0"/>
          </a:p>
        </p:txBody>
      </p:sp>
      <p:sp>
        <p:nvSpPr>
          <p:cNvPr id="5" name="Text Placeholder 4"/>
          <p:cNvSpPr>
            <a:spLocks noGrp="1"/>
          </p:cNvSpPr>
          <p:nvPr>
            <p:ph type="body" sz="quarter" idx="13"/>
          </p:nvPr>
        </p:nvSpPr>
        <p:spPr>
          <a:xfrm>
            <a:off x="10586693" y="2248965"/>
            <a:ext cx="9177455" cy="879107"/>
          </a:xfrm>
        </p:spPr>
        <p:txBody>
          <a:bodyPr/>
          <a:lstStyle/>
          <a:p>
            <a:r>
              <a:rPr lang="en-US" dirty="0"/>
              <a:t>DML – Data Manipulation Language</a:t>
            </a:r>
          </a:p>
          <a:p>
            <a:br>
              <a:rPr lang="en-US" dirty="0"/>
            </a:br>
            <a:br>
              <a:rPr lang="en-US" dirty="0"/>
            </a:br>
            <a:endParaRPr lang="en-US" dirty="0"/>
          </a:p>
        </p:txBody>
      </p:sp>
      <p:cxnSp>
        <p:nvCxnSpPr>
          <p:cNvPr id="7" name="Straight Connector 6"/>
          <p:cNvCxnSpPr>
            <a:cxnSpLocks/>
          </p:cNvCxnSpPr>
          <p:nvPr/>
        </p:nvCxnSpPr>
        <p:spPr>
          <a:xfrm>
            <a:off x="2512268" y="6450640"/>
            <a:ext cx="4363317"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23BC0AF-2C6F-DCB0-DA63-B6586BA42B83}"/>
              </a:ext>
            </a:extLst>
          </p:cNvPr>
          <p:cNvPicPr>
            <a:picLocks noChangeAspect="1"/>
          </p:cNvPicPr>
          <p:nvPr/>
        </p:nvPicPr>
        <p:blipFill>
          <a:blip r:embed="rId2"/>
          <a:stretch>
            <a:fillRect/>
          </a:stretch>
        </p:blipFill>
        <p:spPr>
          <a:xfrm>
            <a:off x="10627715" y="3131753"/>
            <a:ext cx="8828649" cy="2444857"/>
          </a:xfrm>
          <a:prstGeom prst="rect">
            <a:avLst/>
          </a:prstGeom>
        </p:spPr>
      </p:pic>
      <p:sp>
        <p:nvSpPr>
          <p:cNvPr id="11" name="Text Placeholder 4">
            <a:extLst>
              <a:ext uri="{FF2B5EF4-FFF2-40B4-BE49-F238E27FC236}">
                <a16:creationId xmlns:a16="http://schemas.microsoft.com/office/drawing/2014/main" id="{87025DE0-8A0C-0D8A-9DB0-5421B7CDE088}"/>
              </a:ext>
            </a:extLst>
          </p:cNvPr>
          <p:cNvSpPr txBox="1">
            <a:spLocks/>
          </p:cNvSpPr>
          <p:nvPr/>
        </p:nvSpPr>
        <p:spPr>
          <a:xfrm>
            <a:off x="10627715" y="6315913"/>
            <a:ext cx="9177455" cy="2446824"/>
          </a:xfrm>
          <a:prstGeom prst="rect">
            <a:avLst/>
          </a:prstGeom>
          <a:noFill/>
          <a:ln w="25400">
            <a:noFill/>
          </a:ln>
        </p:spPr>
        <p:txBody>
          <a:bodyPr wrap="square" lIns="0" tIns="0" rIns="0" bIns="0">
            <a:spAutoFit/>
          </a:bodyPr>
          <a:lstStyle>
            <a:lvl1pPr marL="0" indent="0" algn="l" defTabSz="1828709" rtl="0" eaLnBrk="1" latinLnBrk="0" hangingPunct="1">
              <a:lnSpc>
                <a:spcPts val="4800"/>
              </a:lnSpc>
              <a:spcBef>
                <a:spcPts val="0"/>
              </a:spcBef>
              <a:buFont typeface="Arial" panose="020B0604020202020204" pitchFamily="34" charset="0"/>
              <a:buNone/>
              <a:defRPr sz="3600" kern="1200" cap="none" spc="0" baseline="0">
                <a:solidFill>
                  <a:schemeClr val="tx1"/>
                </a:solidFill>
                <a:latin typeface="+mn-lt"/>
                <a:ea typeface="+mn-ea"/>
                <a:cs typeface="+mn-cs"/>
              </a:defRPr>
            </a:lvl1pPr>
            <a:lvl2pPr marL="914354" indent="0" algn="l" defTabSz="1828709" rtl="0" eaLnBrk="1" latinLnBrk="0" hangingPunct="1">
              <a:lnSpc>
                <a:spcPct val="90000"/>
              </a:lnSpc>
              <a:spcBef>
                <a:spcPts val="1000"/>
              </a:spcBef>
              <a:buFont typeface="Arial" panose="020B0604020202020204" pitchFamily="34" charset="0"/>
              <a:buNone/>
              <a:defRPr sz="11000" kern="1200">
                <a:solidFill>
                  <a:schemeClr val="tx1"/>
                </a:solidFill>
                <a:latin typeface="+mj-lt"/>
                <a:ea typeface="+mn-ea"/>
                <a:cs typeface="+mn-cs"/>
              </a:defRPr>
            </a:lvl2pPr>
            <a:lvl3pPr marL="1828709" indent="0" algn="l" defTabSz="1828709" rtl="0" eaLnBrk="1" latinLnBrk="0" hangingPunct="1">
              <a:lnSpc>
                <a:spcPct val="90000"/>
              </a:lnSpc>
              <a:spcBef>
                <a:spcPts val="1000"/>
              </a:spcBef>
              <a:buFont typeface="Arial" panose="020B0604020202020204" pitchFamily="34" charset="0"/>
              <a:buNone/>
              <a:defRPr sz="11000" kern="1200">
                <a:solidFill>
                  <a:schemeClr val="tx1"/>
                </a:solidFill>
                <a:latin typeface="+mj-lt"/>
                <a:ea typeface="+mn-ea"/>
                <a:cs typeface="+mn-cs"/>
              </a:defRPr>
            </a:lvl3pPr>
            <a:lvl4pPr marL="2743063" indent="0" algn="l" defTabSz="1828709" rtl="0" eaLnBrk="1" latinLnBrk="0" hangingPunct="1">
              <a:lnSpc>
                <a:spcPct val="90000"/>
              </a:lnSpc>
              <a:spcBef>
                <a:spcPts val="1000"/>
              </a:spcBef>
              <a:buFont typeface="Arial" panose="020B0604020202020204" pitchFamily="34" charset="0"/>
              <a:buNone/>
              <a:defRPr sz="11000" kern="1200">
                <a:solidFill>
                  <a:schemeClr val="tx1"/>
                </a:solidFill>
                <a:latin typeface="+mj-lt"/>
                <a:ea typeface="+mn-ea"/>
                <a:cs typeface="+mn-cs"/>
              </a:defRPr>
            </a:lvl4pPr>
            <a:lvl5pPr marL="3657417" indent="0" algn="l" defTabSz="1828709" rtl="0" eaLnBrk="1" latinLnBrk="0" hangingPunct="1">
              <a:lnSpc>
                <a:spcPct val="90000"/>
              </a:lnSpc>
              <a:spcBef>
                <a:spcPts val="1000"/>
              </a:spcBef>
              <a:buFont typeface="Arial" panose="020B0604020202020204" pitchFamily="34" charset="0"/>
              <a:buNone/>
              <a:defRPr sz="11000" kern="1200">
                <a:solidFill>
                  <a:schemeClr val="tx1"/>
                </a:solidFill>
                <a:latin typeface="+mj-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t>DDL – Data Definition Language</a:t>
            </a:r>
          </a:p>
          <a:p>
            <a:br>
              <a:rPr lang="en-US" dirty="0"/>
            </a:br>
            <a:br>
              <a:rPr lang="en-US" dirty="0"/>
            </a:br>
            <a:endParaRPr lang="en-US" dirty="0"/>
          </a:p>
        </p:txBody>
      </p:sp>
      <p:pic>
        <p:nvPicPr>
          <p:cNvPr id="3" name="Picture 2">
            <a:extLst>
              <a:ext uri="{FF2B5EF4-FFF2-40B4-BE49-F238E27FC236}">
                <a16:creationId xmlns:a16="http://schemas.microsoft.com/office/drawing/2014/main" id="{DB89201B-D07B-052D-9D6B-2A23302CE3E1}"/>
              </a:ext>
            </a:extLst>
          </p:cNvPr>
          <p:cNvPicPr>
            <a:picLocks noChangeAspect="1"/>
          </p:cNvPicPr>
          <p:nvPr/>
        </p:nvPicPr>
        <p:blipFill>
          <a:blip r:embed="rId3"/>
          <a:srcRect r="10120"/>
          <a:stretch/>
        </p:blipFill>
        <p:spPr>
          <a:xfrm>
            <a:off x="10586693" y="7263277"/>
            <a:ext cx="8869671" cy="2446824"/>
          </a:xfrm>
          <a:prstGeom prst="rect">
            <a:avLst/>
          </a:prstGeom>
        </p:spPr>
      </p:pic>
    </p:spTree>
    <p:extLst>
      <p:ext uri="{BB962C8B-B14F-4D97-AF65-F5344CB8AC3E}">
        <p14:creationId xmlns:p14="http://schemas.microsoft.com/office/powerpoint/2010/main" val="365144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 presetClass="entr" presetSubtype="2" decel="10000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1+#ppt_w/2"/>
                                          </p:val>
                                        </p:tav>
                                        <p:tav tm="100000">
                                          <p:val>
                                            <p:strVal val="#ppt_x"/>
                                          </p:val>
                                        </p:tav>
                                      </p:tavLst>
                                    </p:anim>
                                    <p:anim calcmode="lin" valueType="num">
                                      <p:cBhvr additive="base">
                                        <p:cTn id="19"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12862345" y="3694785"/>
            <a:ext cx="10515240" cy="7087513"/>
          </a:xfrm>
        </p:spPr>
        <p:txBody>
          <a:bodyPr/>
          <a:lstStyle/>
          <a:p>
            <a:r>
              <a:rPr lang="en-US" sz="2000" dirty="0"/>
              <a:t>SQL is widely used across the tech industry, think of it as the bread and butter of data work. Estimated SQL Usage in Industry: 85%–95%</a:t>
            </a:r>
          </a:p>
          <a:p>
            <a:r>
              <a:rPr lang="en-US" sz="2800" b="1" dirty="0"/>
              <a:t>Why it's so widely used:</a:t>
            </a:r>
          </a:p>
          <a:p>
            <a:pPr marL="342900" indent="-342900">
              <a:buFont typeface="Arial" panose="020B0604020202020204" pitchFamily="34" charset="0"/>
              <a:buChar char="•"/>
            </a:pPr>
            <a:r>
              <a:rPr lang="en-US" sz="2000" dirty="0"/>
              <a:t>Databases: Most applications use relational databases like PostgreSQL, MySQL, SQL Server, or Oracle—which all use SQL.</a:t>
            </a:r>
          </a:p>
          <a:p>
            <a:pPr marL="342900" indent="-342900">
              <a:buFont typeface="Arial" panose="020B0604020202020204" pitchFamily="34" charset="0"/>
              <a:buChar char="•"/>
            </a:pPr>
            <a:r>
              <a:rPr lang="en-US" sz="2000" dirty="0"/>
              <a:t>Data Analytics: Tools like Power BI, Tableau, Looker, etc., often rely on SQL.</a:t>
            </a:r>
          </a:p>
          <a:p>
            <a:pPr marL="342900" indent="-342900">
              <a:buFont typeface="Arial" panose="020B0604020202020204" pitchFamily="34" charset="0"/>
              <a:buChar char="•"/>
            </a:pPr>
            <a:r>
              <a:rPr lang="en-US" sz="2000" dirty="0"/>
              <a:t>Data Engineering &amp; Science: SQL is a must-have skill in these roles for querying large datasets.</a:t>
            </a:r>
          </a:p>
          <a:p>
            <a:pPr marL="342900" indent="-342900">
              <a:buFont typeface="Arial" panose="020B0604020202020204" pitchFamily="34" charset="0"/>
              <a:buChar char="•"/>
            </a:pPr>
            <a:r>
              <a:rPr lang="en-US" sz="2000" dirty="0"/>
              <a:t>Even in Big Data/Cloud: Tools like </a:t>
            </a:r>
            <a:r>
              <a:rPr lang="en-US" sz="2000" dirty="0" err="1"/>
              <a:t>BigQuery</a:t>
            </a:r>
            <a:r>
              <a:rPr lang="en-US" sz="2000" dirty="0"/>
              <a:t>, Snowflake, AWS Redshift still use SQL or SQL-like syntax.</a:t>
            </a:r>
          </a:p>
        </p:txBody>
      </p:sp>
      <p:sp>
        <p:nvSpPr>
          <p:cNvPr id="5" name="Text Placeholder 4"/>
          <p:cNvSpPr>
            <a:spLocks noGrp="1"/>
          </p:cNvSpPr>
          <p:nvPr>
            <p:ph type="body" sz="quarter" idx="30"/>
          </p:nvPr>
        </p:nvSpPr>
        <p:spPr/>
        <p:txBody>
          <a:bodyPr/>
          <a:lstStyle/>
          <a:p>
            <a:r>
              <a:rPr lang="en-US" dirty="0"/>
              <a:t>95%</a:t>
            </a:r>
            <a:endParaRPr lang="uk-UA" dirty="0"/>
          </a:p>
        </p:txBody>
      </p:sp>
      <p:sp>
        <p:nvSpPr>
          <p:cNvPr id="6" name="Text Placeholder 5"/>
          <p:cNvSpPr>
            <a:spLocks noGrp="1"/>
          </p:cNvSpPr>
          <p:nvPr>
            <p:ph type="body" sz="quarter" idx="31"/>
          </p:nvPr>
        </p:nvSpPr>
        <p:spPr>
          <a:xfrm>
            <a:off x="1409701" y="1107643"/>
            <a:ext cx="15397792" cy="3104055"/>
          </a:xfrm>
        </p:spPr>
        <p:txBody>
          <a:bodyPr/>
          <a:lstStyle/>
          <a:p>
            <a:r>
              <a:rPr lang="en-US" dirty="0"/>
              <a:t>Industry wide usage</a:t>
            </a:r>
            <a:endParaRPr lang="uk-UA" dirty="0"/>
          </a:p>
        </p:txBody>
      </p:sp>
      <p:cxnSp>
        <p:nvCxnSpPr>
          <p:cNvPr id="8" name="Straight Connector 7"/>
          <p:cNvCxnSpPr>
            <a:cxnSpLocks/>
          </p:cNvCxnSpPr>
          <p:nvPr/>
        </p:nvCxnSpPr>
        <p:spPr>
          <a:xfrm>
            <a:off x="1409701" y="2973498"/>
            <a:ext cx="17723688"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386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2" presetClass="entr" presetSubtype="2" decel="10000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2" presetClass="entr" presetSubtype="2"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par>
                                <p:cTn id="16" presetID="2" presetClass="entr" presetSubtype="2" decel="100000" fill="hold" grpId="0" nodeType="withEffect">
                                  <p:stCondLst>
                                    <p:cond delay="15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4119563" y="8574088"/>
            <a:ext cx="7526097" cy="1831271"/>
          </a:xfrm>
        </p:spPr>
        <p:txBody>
          <a:bodyPr/>
          <a:lstStyle/>
          <a:p>
            <a:r>
              <a:rPr lang="en-US" dirty="0"/>
              <a:t>DML is like using a house (moving in furniture, cleaning, living your life).</a:t>
            </a:r>
            <a:endParaRPr lang="uk-UA" dirty="0"/>
          </a:p>
        </p:txBody>
      </p:sp>
      <p:sp>
        <p:nvSpPr>
          <p:cNvPr id="6" name="Text Placeholder 5"/>
          <p:cNvSpPr>
            <a:spLocks noGrp="1"/>
          </p:cNvSpPr>
          <p:nvPr>
            <p:ph type="body" sz="quarter" idx="23"/>
          </p:nvPr>
        </p:nvSpPr>
        <p:spPr/>
        <p:txBody>
          <a:bodyPr/>
          <a:lstStyle/>
          <a:p>
            <a:r>
              <a:rPr lang="en-US" dirty="0"/>
              <a:t>DML queries</a:t>
            </a:r>
          </a:p>
        </p:txBody>
      </p:sp>
      <p:sp>
        <p:nvSpPr>
          <p:cNvPr id="8" name="Text Placeholder 7"/>
          <p:cNvSpPr>
            <a:spLocks noGrp="1"/>
          </p:cNvSpPr>
          <p:nvPr>
            <p:ph type="body" sz="quarter" idx="31"/>
          </p:nvPr>
        </p:nvSpPr>
        <p:spPr/>
        <p:txBody>
          <a:bodyPr>
            <a:normAutofit/>
          </a:bodyPr>
          <a:lstStyle/>
          <a:p>
            <a:r>
              <a:rPr lang="en-US" dirty="0"/>
              <a:t>80%</a:t>
            </a:r>
            <a:endParaRPr lang="uk-UA" dirty="0"/>
          </a:p>
        </p:txBody>
      </p:sp>
      <p:sp>
        <p:nvSpPr>
          <p:cNvPr id="9" name="Text Placeholder 8"/>
          <p:cNvSpPr>
            <a:spLocks noGrp="1"/>
          </p:cNvSpPr>
          <p:nvPr>
            <p:ph type="body" sz="quarter" idx="32"/>
          </p:nvPr>
        </p:nvSpPr>
        <p:spPr/>
        <p:txBody>
          <a:bodyPr/>
          <a:lstStyle/>
          <a:p>
            <a:r>
              <a:rPr lang="en-US" dirty="0"/>
              <a:t>20%</a:t>
            </a:r>
            <a:endParaRPr lang="uk-UA" dirty="0"/>
          </a:p>
        </p:txBody>
      </p:sp>
      <p:sp>
        <p:nvSpPr>
          <p:cNvPr id="7" name="Text Placeholder 6"/>
          <p:cNvSpPr>
            <a:spLocks noGrp="1"/>
          </p:cNvSpPr>
          <p:nvPr>
            <p:ph type="body" sz="quarter" idx="35"/>
          </p:nvPr>
        </p:nvSpPr>
        <p:spPr>
          <a:prstGeom prst="rect">
            <a:avLst/>
          </a:prstGeom>
        </p:spPr>
        <p:txBody>
          <a:bodyPr/>
          <a:lstStyle/>
          <a:p>
            <a:r>
              <a:rPr lang="en-US" dirty="0"/>
              <a:t>DDL Queries</a:t>
            </a:r>
          </a:p>
        </p:txBody>
      </p:sp>
      <p:sp>
        <p:nvSpPr>
          <p:cNvPr id="10" name="Text Placeholder 9"/>
          <p:cNvSpPr>
            <a:spLocks noGrp="1"/>
          </p:cNvSpPr>
          <p:nvPr>
            <p:ph type="body" sz="quarter" idx="36"/>
          </p:nvPr>
        </p:nvSpPr>
        <p:spPr>
          <a:xfrm>
            <a:off x="13265545" y="8574088"/>
            <a:ext cx="7972689" cy="1831271"/>
          </a:xfrm>
          <a:prstGeom prst="rect">
            <a:avLst/>
          </a:prstGeom>
        </p:spPr>
        <p:txBody>
          <a:bodyPr/>
          <a:lstStyle/>
          <a:p>
            <a:r>
              <a:rPr lang="en-US" dirty="0"/>
              <a:t>DDL is like building or renovating the house (adding rooms, fixing walls).</a:t>
            </a:r>
            <a:endParaRPr lang="uk-UA" dirty="0"/>
          </a:p>
        </p:txBody>
      </p:sp>
    </p:spTree>
    <p:extLst>
      <p:ext uri="{BB962C8B-B14F-4D97-AF65-F5344CB8AC3E}">
        <p14:creationId xmlns:p14="http://schemas.microsoft.com/office/powerpoint/2010/main" val="301822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
                                            <p:txEl>
                                              <p:pRg st="0" end="0"/>
                                            </p:txEl>
                                          </p:spTgt>
                                        </p:tgtEl>
                                      </p:cBhvr>
                                    </p:animEffect>
                                  </p:childTnLst>
                                </p:cTn>
                              </p:par>
                            </p:childTnLst>
                          </p:cTn>
                        </p:par>
                        <p:par>
                          <p:cTn id="10" fill="hold">
                            <p:stCondLst>
                              <p:cond delay="500"/>
                            </p:stCondLst>
                            <p:childTnLst>
                              <p:par>
                                <p:cTn id="11" presetID="2" presetClass="entr" presetSubtype="4" decel="10000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2" presetClass="entr" presetSubtype="4" decel="10000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p:cTn id="23"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25" dur="500"/>
                                        <p:tgtEl>
                                          <p:spTgt spid="9">
                                            <p:txEl>
                                              <p:pRg st="0" end="0"/>
                                            </p:txEl>
                                          </p:spTgt>
                                        </p:tgtEl>
                                      </p:cBhvr>
                                    </p:animEffect>
                                  </p:childTnLst>
                                </p:cTn>
                              </p:par>
                            </p:childTnLst>
                          </p:cTn>
                        </p:par>
                        <p:par>
                          <p:cTn id="26" fill="hold">
                            <p:stCondLst>
                              <p:cond delay="2000"/>
                            </p:stCondLst>
                            <p:childTnLst>
                              <p:par>
                                <p:cTn id="27" presetID="2" presetClass="entr" presetSubtype="4" decel="10000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par>
                          <p:cTn id="31" fill="hold">
                            <p:stCondLst>
                              <p:cond delay="2500"/>
                            </p:stCondLst>
                            <p:childTnLst>
                              <p:par>
                                <p:cTn id="32" presetID="2" presetClass="entr" presetSubtype="4"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build="p"/>
      <p:bldP spid="9" grpId="0" build="p"/>
      <p:bldP spid="7"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a:xfrm>
            <a:off x="1411381" y="6958161"/>
            <a:ext cx="6459445" cy="3616375"/>
          </a:xfrm>
        </p:spPr>
        <p:txBody>
          <a:bodyPr/>
          <a:lstStyle/>
          <a:p>
            <a:pPr marL="457200" indent="-457200">
              <a:buFont typeface="Arial" panose="020B0604020202020204" pitchFamily="34" charset="0"/>
              <a:buChar char="•"/>
            </a:pPr>
            <a:r>
              <a:rPr lang="en-US" sz="2000" dirty="0"/>
              <a:t>A database is a structured collection of data that stores information in an organized way.</a:t>
            </a:r>
          </a:p>
          <a:p>
            <a:pPr marL="457200" indent="-457200">
              <a:buFont typeface="Arial" panose="020B0604020202020204" pitchFamily="34" charset="0"/>
              <a:buChar char="•"/>
            </a:pPr>
            <a:r>
              <a:rPr lang="en-US" sz="2000" dirty="0"/>
              <a:t>It allows you to add, view, update, and delete data efficiently.</a:t>
            </a:r>
          </a:p>
          <a:p>
            <a:pPr marL="457200" indent="-457200">
              <a:buFont typeface="Arial" panose="020B0604020202020204" pitchFamily="34" charset="0"/>
              <a:buChar char="•"/>
            </a:pPr>
            <a:r>
              <a:rPr lang="en-US" sz="2000" dirty="0"/>
              <a:t>Databases are used in apps, websites, and systems to manage everything from users to transactions.</a:t>
            </a:r>
          </a:p>
        </p:txBody>
      </p:sp>
      <p:sp>
        <p:nvSpPr>
          <p:cNvPr id="6" name="Text Placeholder 5"/>
          <p:cNvSpPr>
            <a:spLocks noGrp="1"/>
          </p:cNvSpPr>
          <p:nvPr>
            <p:ph type="body" sz="quarter" idx="26"/>
          </p:nvPr>
        </p:nvSpPr>
        <p:spPr>
          <a:xfrm>
            <a:off x="1411381" y="5841111"/>
            <a:ext cx="6459444" cy="638636"/>
          </a:xfrm>
        </p:spPr>
        <p:txBody>
          <a:bodyPr/>
          <a:lstStyle/>
          <a:p>
            <a:r>
              <a:rPr lang="en-US" dirty="0"/>
              <a:t>Databases</a:t>
            </a:r>
          </a:p>
        </p:txBody>
      </p:sp>
      <p:sp>
        <p:nvSpPr>
          <p:cNvPr id="7" name="Text Placeholder 6"/>
          <p:cNvSpPr>
            <a:spLocks noGrp="1"/>
          </p:cNvSpPr>
          <p:nvPr>
            <p:ph type="body" sz="quarter" idx="17"/>
          </p:nvPr>
        </p:nvSpPr>
        <p:spPr>
          <a:xfrm>
            <a:off x="16503650" y="5841111"/>
            <a:ext cx="6488113" cy="638636"/>
          </a:xfrm>
        </p:spPr>
        <p:txBody>
          <a:bodyPr/>
          <a:lstStyle/>
          <a:p>
            <a:r>
              <a:rPr lang="en-US" dirty="0"/>
              <a:t>Stored procedures</a:t>
            </a:r>
          </a:p>
        </p:txBody>
      </p:sp>
      <p:sp>
        <p:nvSpPr>
          <p:cNvPr id="8" name="Text Placeholder 7"/>
          <p:cNvSpPr>
            <a:spLocks noGrp="1"/>
          </p:cNvSpPr>
          <p:nvPr>
            <p:ph type="body" sz="quarter" idx="19"/>
          </p:nvPr>
        </p:nvSpPr>
        <p:spPr>
          <a:xfrm>
            <a:off x="8955253" y="6958161"/>
            <a:ext cx="6471906" cy="3616375"/>
          </a:xfrm>
        </p:spPr>
        <p:txBody>
          <a:bodyPr/>
          <a:lstStyle/>
          <a:p>
            <a:pPr marL="342900" indent="-342900">
              <a:buFont typeface="Arial" panose="020B0604020202020204" pitchFamily="34" charset="0"/>
              <a:buChar char="•"/>
            </a:pPr>
            <a:r>
              <a:rPr lang="en-US" sz="2000" dirty="0"/>
              <a:t>An SQL table is like a spreadsheet inside a database, used to store data in rows and columns.</a:t>
            </a:r>
          </a:p>
          <a:p>
            <a:pPr marL="342900" indent="-342900">
              <a:buFont typeface="Arial" panose="020B0604020202020204" pitchFamily="34" charset="0"/>
              <a:buChar char="•"/>
            </a:pPr>
            <a:r>
              <a:rPr lang="en-US" sz="2000" dirty="0"/>
              <a:t>Each row is a record, and each column holds a specific type of information (like name, age, etc.).</a:t>
            </a:r>
          </a:p>
          <a:p>
            <a:pPr marL="342900" indent="-342900">
              <a:buFont typeface="Arial" panose="020B0604020202020204" pitchFamily="34" charset="0"/>
              <a:buChar char="•"/>
            </a:pPr>
            <a:r>
              <a:rPr lang="en-US" sz="2000" dirty="0"/>
              <a:t>Tables make it easy to organize, retrieve, and manage related data efficiently.</a:t>
            </a:r>
          </a:p>
        </p:txBody>
      </p:sp>
      <p:sp>
        <p:nvSpPr>
          <p:cNvPr id="9" name="Text Placeholder 8"/>
          <p:cNvSpPr>
            <a:spLocks noGrp="1"/>
          </p:cNvSpPr>
          <p:nvPr>
            <p:ph type="body" sz="quarter" idx="20"/>
          </p:nvPr>
        </p:nvSpPr>
        <p:spPr>
          <a:xfrm>
            <a:off x="8955253" y="5841111"/>
            <a:ext cx="6471906" cy="638636"/>
          </a:xfrm>
        </p:spPr>
        <p:txBody>
          <a:bodyPr/>
          <a:lstStyle/>
          <a:p>
            <a:r>
              <a:rPr lang="en-US" dirty="0"/>
              <a:t>Tables</a:t>
            </a:r>
          </a:p>
        </p:txBody>
      </p:sp>
      <p:sp>
        <p:nvSpPr>
          <p:cNvPr id="10" name="Text Placeholder 9"/>
          <p:cNvSpPr>
            <a:spLocks noGrp="1"/>
          </p:cNvSpPr>
          <p:nvPr>
            <p:ph type="body" sz="quarter" idx="27"/>
          </p:nvPr>
        </p:nvSpPr>
        <p:spPr>
          <a:xfrm>
            <a:off x="16521811" y="6958161"/>
            <a:ext cx="6471906" cy="3616375"/>
          </a:xfrm>
        </p:spPr>
        <p:txBody>
          <a:bodyPr/>
          <a:lstStyle/>
          <a:p>
            <a:pPr marL="342900" indent="-342900">
              <a:buFont typeface="Arial" panose="020B0604020202020204" pitchFamily="34" charset="0"/>
              <a:buChar char="•"/>
            </a:pPr>
            <a:r>
              <a:rPr lang="en-US" sz="2000" dirty="0"/>
              <a:t>An SQL stored procedure is a set of SQL statements saved in the database to perform a task.</a:t>
            </a:r>
          </a:p>
          <a:p>
            <a:pPr marL="342900" indent="-342900">
              <a:buFont typeface="Arial" panose="020B0604020202020204" pitchFamily="34" charset="0"/>
              <a:buChar char="•"/>
            </a:pPr>
            <a:r>
              <a:rPr lang="en-US" sz="2000" dirty="0"/>
              <a:t>It's like a reusable script—you can call it whenever you need to run that task.</a:t>
            </a:r>
          </a:p>
          <a:p>
            <a:pPr marL="342900" indent="-342900">
              <a:buFont typeface="Arial" panose="020B0604020202020204" pitchFamily="34" charset="0"/>
              <a:buChar char="•"/>
            </a:pPr>
            <a:r>
              <a:rPr lang="en-US" sz="2000" dirty="0"/>
              <a:t>Stored procedures help with automation, consistency, and better performance.</a:t>
            </a:r>
          </a:p>
        </p:txBody>
      </p:sp>
      <p:cxnSp>
        <p:nvCxnSpPr>
          <p:cNvPr id="12" name="Straight Connector 11"/>
          <p:cNvCxnSpPr/>
          <p:nvPr/>
        </p:nvCxnSpPr>
        <p:spPr>
          <a:xfrm>
            <a:off x="1387474" y="6616107"/>
            <a:ext cx="6480000"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955253" y="6616107"/>
            <a:ext cx="6480000"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6521811" y="6616107"/>
            <a:ext cx="6480000" cy="0"/>
          </a:xfrm>
          <a:prstGeom prst="line">
            <a:avLst/>
          </a:prstGeom>
          <a:ln w="73025">
            <a:gradFill flip="none" rotWithShape="1">
              <a:gsLst>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1"/>
          </p:nvPr>
        </p:nvSpPr>
        <p:spPr>
          <a:xfrm>
            <a:off x="1390650" y="3583507"/>
            <a:ext cx="21607463" cy="1551707"/>
          </a:xfrm>
        </p:spPr>
        <p:txBody>
          <a:bodyPr/>
          <a:lstStyle/>
          <a:p>
            <a:r>
              <a:rPr lang="en-US" dirty="0"/>
              <a:t>Most widely used</a:t>
            </a:r>
            <a:endParaRPr lang="uk-UA" dirty="0"/>
          </a:p>
        </p:txBody>
      </p:sp>
    </p:spTree>
    <p:extLst>
      <p:ext uri="{BB962C8B-B14F-4D97-AF65-F5344CB8AC3E}">
        <p14:creationId xmlns:p14="http://schemas.microsoft.com/office/powerpoint/2010/main" val="78861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nodeType="withEffect">
                                  <p:stCondLst>
                                    <p:cond delay="15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par>
                                <p:cTn id="16" presetID="2" presetClass="entr" presetSubtype="4" decel="100000" fill="hold" grpId="0" nodeType="withEffect">
                                  <p:stCondLst>
                                    <p:cond delay="15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nodeType="withEffect">
                                  <p:stCondLst>
                                    <p:cond delay="15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 presetClass="entr" presetSubtype="4" decel="100000" fill="hold" grpId="0" nodeType="withEffect">
                                  <p:stCondLst>
                                    <p:cond delay="15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par>
                                <p:cTn id="37" presetID="22" presetClass="entr" presetSubtype="8" fill="hold" nodeType="withEffect">
                                  <p:stCondLst>
                                    <p:cond delay="15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 presetClass="entr" presetSubtype="4" decel="100000" fill="hold" grpId="0" nodeType="withEffect">
                                  <p:stCondLst>
                                    <p:cond delay="15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ppt_x"/>
                                          </p:val>
                                        </p:tav>
                                        <p:tav tm="100000">
                                          <p:val>
                                            <p:strVal val="#ppt_x"/>
                                          </p:val>
                                        </p:tav>
                                      </p:tavLst>
                                    </p:anim>
                                    <p:anim calcmode="lin" valueType="num">
                                      <p:cBhvr additive="base">
                                        <p:cTn id="4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4687408" y="5721061"/>
            <a:ext cx="14041437" cy="1551707"/>
          </a:xfrm>
        </p:spPr>
        <p:txBody>
          <a:bodyPr/>
          <a:lstStyle/>
          <a:p>
            <a:r>
              <a:rPr lang="en-US" dirty="0"/>
              <a:t>Thank you</a:t>
            </a:r>
            <a:endParaRPr lang="uk-UA" dirty="0"/>
          </a:p>
        </p:txBody>
      </p:sp>
    </p:spTree>
    <p:extLst>
      <p:ext uri="{BB962C8B-B14F-4D97-AF65-F5344CB8AC3E}">
        <p14:creationId xmlns:p14="http://schemas.microsoft.com/office/powerpoint/2010/main" val="42805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015-Tech Startup">
      <a:dk1>
        <a:srgbClr val="FFFFFF"/>
      </a:dk1>
      <a:lt1>
        <a:srgbClr val="0C0A0A"/>
      </a:lt1>
      <a:dk2>
        <a:srgbClr val="44546A"/>
      </a:dk2>
      <a:lt2>
        <a:srgbClr val="E7E6E6"/>
      </a:lt2>
      <a:accent1>
        <a:srgbClr val="67B6CC"/>
      </a:accent1>
      <a:accent2>
        <a:srgbClr val="4B84C4"/>
      </a:accent2>
      <a:accent3>
        <a:srgbClr val="99C78D"/>
      </a:accent3>
      <a:accent4>
        <a:srgbClr val="FFC000"/>
      </a:accent4>
      <a:accent5>
        <a:srgbClr val="4472C4"/>
      </a:accent5>
      <a:accent6>
        <a:srgbClr val="70AD47"/>
      </a:accent6>
      <a:hlink>
        <a:srgbClr val="0563C1"/>
      </a:hlink>
      <a:folHlink>
        <a:srgbClr val="954F72"/>
      </a:folHlink>
    </a:clrScheme>
    <a:fontScheme name="015-Tech Startup">
      <a:majorFont>
        <a:latin typeface="Nunito Sans Bold"/>
        <a:ea typeface=""/>
        <a:cs typeface=""/>
      </a:majorFont>
      <a:minorFont>
        <a:latin typeface="Nunito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1646</TotalTime>
  <Words>410</Words>
  <Application>Microsoft Office PowerPoint</Application>
  <PresentationFormat>Custom</PresentationFormat>
  <Paragraphs>38</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Nunito Sans</vt:lpstr>
      <vt:lpstr>Arial</vt:lpstr>
      <vt:lpstr>Josefin Sans</vt:lpstr>
      <vt:lpstr>Calibri</vt:lpstr>
      <vt:lpstr>Font Awesome 5 Free Solid</vt:lpstr>
      <vt:lpstr>Font Awesome 5 Brands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designer</dc:creator>
  <cp:lastModifiedBy>Administrator</cp:lastModifiedBy>
  <cp:revision>306</cp:revision>
  <dcterms:created xsi:type="dcterms:W3CDTF">2019-09-04T07:12:30Z</dcterms:created>
  <dcterms:modified xsi:type="dcterms:W3CDTF">2025-03-28T03:28:57Z</dcterms:modified>
</cp:coreProperties>
</file>